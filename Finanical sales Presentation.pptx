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11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6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8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74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52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44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79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39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0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73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54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31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99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7825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7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27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05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4274451-4A6F-4353-8BED-4E057487CCF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18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  <p:sldLayoutId id="2147483864" r:id="rId14"/>
    <p:sldLayoutId id="2147483865" r:id="rId15"/>
    <p:sldLayoutId id="2147483866" r:id="rId16"/>
    <p:sldLayoutId id="214748386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77D596-850A-8BBD-8374-A4DFDC01D63C}"/>
              </a:ext>
            </a:extLst>
          </p:cNvPr>
          <p:cNvSpPr txBox="1"/>
          <p:nvPr/>
        </p:nvSpPr>
        <p:spPr>
          <a:xfrm>
            <a:off x="1524000" y="314632"/>
            <a:ext cx="101960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Report Analysis Interactive Dashboard using Power BI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8A68BF-AFA6-06A7-E3B2-993736744B42}"/>
              </a:ext>
            </a:extLst>
          </p:cNvPr>
          <p:cNvSpPr txBox="1"/>
          <p:nvPr/>
        </p:nvSpPr>
        <p:spPr>
          <a:xfrm>
            <a:off x="6096000" y="2241756"/>
            <a:ext cx="58501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Madhuri Nagare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Bachelors of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Computer Application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 Power BI, Excel Dataset</a:t>
            </a:r>
          </a:p>
        </p:txBody>
      </p:sp>
    </p:spTree>
    <p:extLst>
      <p:ext uri="{BB962C8B-B14F-4D97-AF65-F5344CB8AC3E}">
        <p14:creationId xmlns:p14="http://schemas.microsoft.com/office/powerpoint/2010/main" val="1186210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9181909-0A60-0369-188C-0696FF7857FB}"/>
              </a:ext>
            </a:extLst>
          </p:cNvPr>
          <p:cNvGrpSpPr/>
          <p:nvPr/>
        </p:nvGrpSpPr>
        <p:grpSpPr>
          <a:xfrm>
            <a:off x="1976284" y="707923"/>
            <a:ext cx="9969909" cy="4503173"/>
            <a:chOff x="0" y="126335"/>
            <a:chExt cx="12192000" cy="4738271"/>
          </a:xfrm>
        </p:grpSpPr>
        <p:sp>
          <p:nvSpPr>
            <p:cNvPr id="5" name="Shape 11">
              <a:extLst>
                <a:ext uri="{FF2B5EF4-FFF2-40B4-BE49-F238E27FC236}">
                  <a16:creationId xmlns:a16="http://schemas.microsoft.com/office/drawing/2014/main" id="{A74AD9BC-495B-CEBD-0B2B-8FF99A646232}"/>
                </a:ext>
              </a:extLst>
            </p:cNvPr>
            <p:cNvSpPr/>
            <p:nvPr/>
          </p:nvSpPr>
          <p:spPr>
            <a:xfrm>
              <a:off x="0" y="320039"/>
              <a:ext cx="6096000" cy="1222248"/>
            </a:xfrm>
            <a:custGeom>
              <a:avLst/>
              <a:gdLst/>
              <a:ahLst/>
              <a:cxnLst/>
              <a:rect l="0" t="0" r="0" b="0"/>
              <a:pathLst>
                <a:path w="6096000" h="1222248">
                  <a:moveTo>
                    <a:pt x="0" y="0"/>
                  </a:moveTo>
                  <a:lnTo>
                    <a:pt x="6096000" y="0"/>
                  </a:lnTo>
                  <a:lnTo>
                    <a:pt x="6096000" y="13335"/>
                  </a:lnTo>
                  <a:lnTo>
                    <a:pt x="9525" y="13335"/>
                  </a:lnTo>
                  <a:lnTo>
                    <a:pt x="9525" y="1203960"/>
                  </a:lnTo>
                  <a:lnTo>
                    <a:pt x="6096000" y="1203960"/>
                  </a:lnTo>
                  <a:lnTo>
                    <a:pt x="6096000" y="1222248"/>
                  </a:lnTo>
                  <a:lnTo>
                    <a:pt x="0" y="1222248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098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Shape 12">
              <a:extLst>
                <a:ext uri="{FF2B5EF4-FFF2-40B4-BE49-F238E27FC236}">
                  <a16:creationId xmlns:a16="http://schemas.microsoft.com/office/drawing/2014/main" id="{084B07A1-2E4C-69A7-1EFC-76B2CE62AAB1}"/>
                </a:ext>
              </a:extLst>
            </p:cNvPr>
            <p:cNvSpPr/>
            <p:nvPr/>
          </p:nvSpPr>
          <p:spPr>
            <a:xfrm>
              <a:off x="6096000" y="320039"/>
              <a:ext cx="6096000" cy="1222248"/>
            </a:xfrm>
            <a:custGeom>
              <a:avLst/>
              <a:gdLst/>
              <a:ahLst/>
              <a:cxnLst/>
              <a:rect l="0" t="0" r="0" b="0"/>
              <a:pathLst>
                <a:path w="6096000" h="1222248">
                  <a:moveTo>
                    <a:pt x="0" y="0"/>
                  </a:moveTo>
                  <a:lnTo>
                    <a:pt x="6096000" y="0"/>
                  </a:lnTo>
                  <a:lnTo>
                    <a:pt x="6096000" y="1222248"/>
                  </a:lnTo>
                  <a:lnTo>
                    <a:pt x="0" y="1222248"/>
                  </a:lnTo>
                  <a:lnTo>
                    <a:pt x="0" y="1203960"/>
                  </a:lnTo>
                  <a:lnTo>
                    <a:pt x="6086475" y="1203960"/>
                  </a:lnTo>
                  <a:lnTo>
                    <a:pt x="6086475" y="13335"/>
                  </a:lnTo>
                  <a:lnTo>
                    <a:pt x="0" y="13335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098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Shape 13">
              <a:extLst>
                <a:ext uri="{FF2B5EF4-FFF2-40B4-BE49-F238E27FC236}">
                  <a16:creationId xmlns:a16="http://schemas.microsoft.com/office/drawing/2014/main" id="{E31F51BF-37B5-2172-D165-676CBA35E23E}"/>
                </a:ext>
              </a:extLst>
            </p:cNvPr>
            <p:cNvSpPr/>
            <p:nvPr/>
          </p:nvSpPr>
          <p:spPr>
            <a:xfrm>
              <a:off x="0" y="329183"/>
              <a:ext cx="6096000" cy="1267968"/>
            </a:xfrm>
            <a:custGeom>
              <a:avLst/>
              <a:gdLst/>
              <a:ahLst/>
              <a:cxnLst/>
              <a:rect l="0" t="0" r="0" b="0"/>
              <a:pathLst>
                <a:path w="6096000" h="1267968">
                  <a:moveTo>
                    <a:pt x="0" y="0"/>
                  </a:moveTo>
                  <a:lnTo>
                    <a:pt x="6096000" y="0"/>
                  </a:lnTo>
                  <a:lnTo>
                    <a:pt x="6096000" y="4191"/>
                  </a:lnTo>
                  <a:lnTo>
                    <a:pt x="9525" y="4191"/>
                  </a:lnTo>
                  <a:lnTo>
                    <a:pt x="9525" y="1194816"/>
                  </a:lnTo>
                  <a:lnTo>
                    <a:pt x="6096000" y="1194816"/>
                  </a:lnTo>
                  <a:lnTo>
                    <a:pt x="6096000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294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Shape 14">
              <a:extLst>
                <a:ext uri="{FF2B5EF4-FFF2-40B4-BE49-F238E27FC236}">
                  <a16:creationId xmlns:a16="http://schemas.microsoft.com/office/drawing/2014/main" id="{72A3F3CE-F139-6304-D631-8EEC280EC9FA}"/>
                </a:ext>
              </a:extLst>
            </p:cNvPr>
            <p:cNvSpPr/>
            <p:nvPr/>
          </p:nvSpPr>
          <p:spPr>
            <a:xfrm>
              <a:off x="6096000" y="329183"/>
              <a:ext cx="6096000" cy="1267968"/>
            </a:xfrm>
            <a:custGeom>
              <a:avLst/>
              <a:gdLst/>
              <a:ahLst/>
              <a:cxnLst/>
              <a:rect l="0" t="0" r="0" b="0"/>
              <a:pathLst>
                <a:path w="6096000" h="1267968">
                  <a:moveTo>
                    <a:pt x="0" y="0"/>
                  </a:moveTo>
                  <a:lnTo>
                    <a:pt x="6096000" y="0"/>
                  </a:lnTo>
                  <a:lnTo>
                    <a:pt x="6096000" y="1267968"/>
                  </a:lnTo>
                  <a:lnTo>
                    <a:pt x="0" y="1267968"/>
                  </a:lnTo>
                  <a:lnTo>
                    <a:pt x="0" y="1194816"/>
                  </a:lnTo>
                  <a:lnTo>
                    <a:pt x="6086475" y="1194816"/>
                  </a:lnTo>
                  <a:lnTo>
                    <a:pt x="6086475" y="4191"/>
                  </a:lnTo>
                  <a:lnTo>
                    <a:pt x="0" y="4191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294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Shape 17338">
              <a:extLst>
                <a:ext uri="{FF2B5EF4-FFF2-40B4-BE49-F238E27FC236}">
                  <a16:creationId xmlns:a16="http://schemas.microsoft.com/office/drawing/2014/main" id="{ED3952A0-BD5E-B9C0-88DF-891EC8EFE2ED}"/>
                </a:ext>
              </a:extLst>
            </p:cNvPr>
            <p:cNvSpPr/>
            <p:nvPr/>
          </p:nvSpPr>
          <p:spPr>
            <a:xfrm>
              <a:off x="0" y="323849"/>
              <a:ext cx="12191999" cy="1209675"/>
            </a:xfrm>
            <a:custGeom>
              <a:avLst/>
              <a:gdLst/>
              <a:ahLst/>
              <a:cxnLst/>
              <a:rect l="0" t="0" r="0" b="0"/>
              <a:pathLst>
                <a:path w="12191999" h="1209675">
                  <a:moveTo>
                    <a:pt x="0" y="0"/>
                  </a:moveTo>
                  <a:lnTo>
                    <a:pt x="12191999" y="0"/>
                  </a:lnTo>
                  <a:lnTo>
                    <a:pt x="12191999" y="1209675"/>
                  </a:lnTo>
                  <a:lnTo>
                    <a:pt x="0" y="120967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3F2F1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67BC67B-86A7-3AA1-DC3D-3AF9B2E2049E}"/>
                </a:ext>
              </a:extLst>
            </p:cNvPr>
            <p:cNvSpPr/>
            <p:nvPr/>
          </p:nvSpPr>
          <p:spPr>
            <a:xfrm>
              <a:off x="5653087" y="126335"/>
              <a:ext cx="1177776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Power BI Desktop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2" name="Shape 20">
              <a:extLst>
                <a:ext uri="{FF2B5EF4-FFF2-40B4-BE49-F238E27FC236}">
                  <a16:creationId xmlns:a16="http://schemas.microsoft.com/office/drawing/2014/main" id="{D497EC43-A657-D2E9-2CFF-D67CCED370D9}"/>
                </a:ext>
              </a:extLst>
            </p:cNvPr>
            <p:cNvSpPr/>
            <p:nvPr/>
          </p:nvSpPr>
          <p:spPr>
            <a:xfrm>
              <a:off x="0" y="1222247"/>
              <a:ext cx="2014537" cy="3642359"/>
            </a:xfrm>
            <a:custGeom>
              <a:avLst/>
              <a:gdLst/>
              <a:ahLst/>
              <a:cxnLst/>
              <a:rect l="0" t="0" r="0" b="0"/>
              <a:pathLst>
                <a:path w="2014537" h="3642359">
                  <a:moveTo>
                    <a:pt x="0" y="0"/>
                  </a:moveTo>
                  <a:lnTo>
                    <a:pt x="2014537" y="0"/>
                  </a:lnTo>
                  <a:lnTo>
                    <a:pt x="2014537" y="101727"/>
                  </a:lnTo>
                  <a:lnTo>
                    <a:pt x="9525" y="101727"/>
                  </a:lnTo>
                  <a:lnTo>
                    <a:pt x="9525" y="3406901"/>
                  </a:lnTo>
                  <a:lnTo>
                    <a:pt x="2014537" y="3406901"/>
                  </a:lnTo>
                  <a:lnTo>
                    <a:pt x="2014537" y="3642359"/>
                  </a:lnTo>
                  <a:lnTo>
                    <a:pt x="0" y="3642359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Shape 21">
              <a:extLst>
                <a:ext uri="{FF2B5EF4-FFF2-40B4-BE49-F238E27FC236}">
                  <a16:creationId xmlns:a16="http://schemas.microsoft.com/office/drawing/2014/main" id="{CF1F0A21-DC5C-3640-D896-C11A5C9D9B3E}"/>
                </a:ext>
              </a:extLst>
            </p:cNvPr>
            <p:cNvSpPr/>
            <p:nvPr/>
          </p:nvSpPr>
          <p:spPr>
            <a:xfrm>
              <a:off x="2014537" y="1222247"/>
              <a:ext cx="2240470" cy="3642359"/>
            </a:xfrm>
            <a:custGeom>
              <a:avLst/>
              <a:gdLst/>
              <a:ahLst/>
              <a:cxnLst/>
              <a:rect l="0" t="0" r="0" b="0"/>
              <a:pathLst>
                <a:path w="2240470" h="3642359">
                  <a:moveTo>
                    <a:pt x="0" y="0"/>
                  </a:moveTo>
                  <a:lnTo>
                    <a:pt x="2240470" y="0"/>
                  </a:lnTo>
                  <a:lnTo>
                    <a:pt x="2240470" y="3642359"/>
                  </a:lnTo>
                  <a:lnTo>
                    <a:pt x="0" y="3642359"/>
                  </a:lnTo>
                  <a:lnTo>
                    <a:pt x="0" y="3406901"/>
                  </a:lnTo>
                  <a:lnTo>
                    <a:pt x="2005012" y="3406901"/>
                  </a:lnTo>
                  <a:lnTo>
                    <a:pt x="2005012" y="101727"/>
                  </a:lnTo>
                  <a:lnTo>
                    <a:pt x="0" y="101727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Shape 17340">
              <a:extLst>
                <a:ext uri="{FF2B5EF4-FFF2-40B4-BE49-F238E27FC236}">
                  <a16:creationId xmlns:a16="http://schemas.microsoft.com/office/drawing/2014/main" id="{B16ACA5D-F362-C48F-A389-B5097E40291B}"/>
                </a:ext>
              </a:extLst>
            </p:cNvPr>
            <p:cNvSpPr/>
            <p:nvPr/>
          </p:nvSpPr>
          <p:spPr>
            <a:xfrm>
              <a:off x="0" y="1314449"/>
              <a:ext cx="4029075" cy="3324225"/>
            </a:xfrm>
            <a:custGeom>
              <a:avLst/>
              <a:gdLst/>
              <a:ahLst/>
              <a:cxnLst/>
              <a:rect l="0" t="0" r="0" b="0"/>
              <a:pathLst>
                <a:path w="4029075" h="3324225">
                  <a:moveTo>
                    <a:pt x="0" y="0"/>
                  </a:moveTo>
                  <a:lnTo>
                    <a:pt x="4029075" y="0"/>
                  </a:lnTo>
                  <a:lnTo>
                    <a:pt x="4029075" y="3324225"/>
                  </a:lnTo>
                  <a:lnTo>
                    <a:pt x="0" y="332422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CCCCCC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9A71CA7-169D-8724-059F-95972C1C8D80}"/>
                </a:ext>
              </a:extLst>
            </p:cNvPr>
            <p:cNvSpPr/>
            <p:nvPr/>
          </p:nvSpPr>
          <p:spPr>
            <a:xfrm>
              <a:off x="697557" y="1342818"/>
              <a:ext cx="3503093" cy="21156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Total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sales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by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Country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wise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Segment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6" name="Shape 24">
              <a:extLst>
                <a:ext uri="{FF2B5EF4-FFF2-40B4-BE49-F238E27FC236}">
                  <a16:creationId xmlns:a16="http://schemas.microsoft.com/office/drawing/2014/main" id="{36C550FE-7B35-A0D2-1999-0952E49CDB56}"/>
                </a:ext>
              </a:extLst>
            </p:cNvPr>
            <p:cNvSpPr/>
            <p:nvPr/>
          </p:nvSpPr>
          <p:spPr>
            <a:xfrm>
              <a:off x="95249" y="1631687"/>
              <a:ext cx="2950369" cy="2941798"/>
            </a:xfrm>
            <a:custGeom>
              <a:avLst/>
              <a:gdLst/>
              <a:ahLst/>
              <a:cxnLst/>
              <a:rect l="0" t="0" r="0" b="0"/>
              <a:pathLst>
                <a:path w="2950369" h="2941799">
                  <a:moveTo>
                    <a:pt x="0" y="0"/>
                  </a:moveTo>
                  <a:lnTo>
                    <a:pt x="983456" y="398496"/>
                  </a:lnTo>
                  <a:lnTo>
                    <a:pt x="1966912" y="1032549"/>
                  </a:lnTo>
                  <a:lnTo>
                    <a:pt x="2950369" y="2941799"/>
                  </a:lnTo>
                  <a:lnTo>
                    <a:pt x="0" y="2941799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7A481">
                <a:alpha val="2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7" name="Shape 25">
              <a:extLst>
                <a:ext uri="{FF2B5EF4-FFF2-40B4-BE49-F238E27FC236}">
                  <a16:creationId xmlns:a16="http://schemas.microsoft.com/office/drawing/2014/main" id="{31A849D0-3040-5F50-856D-28914B14E2B4}"/>
                </a:ext>
              </a:extLst>
            </p:cNvPr>
            <p:cNvSpPr/>
            <p:nvPr/>
          </p:nvSpPr>
          <p:spPr>
            <a:xfrm>
              <a:off x="2997994" y="1543050"/>
              <a:ext cx="983456" cy="3047999"/>
            </a:xfrm>
            <a:custGeom>
              <a:avLst/>
              <a:gdLst/>
              <a:ahLst/>
              <a:cxnLst/>
              <a:rect l="0" t="0" r="0" b="0"/>
              <a:pathLst>
                <a:path w="983456" h="3047999">
                  <a:moveTo>
                    <a:pt x="983456" y="0"/>
                  </a:moveTo>
                  <a:lnTo>
                    <a:pt x="983456" y="0"/>
                  </a:lnTo>
                  <a:lnTo>
                    <a:pt x="983456" y="3047999"/>
                  </a:lnTo>
                  <a:lnTo>
                    <a:pt x="0" y="3047999"/>
                  </a:lnTo>
                  <a:lnTo>
                    <a:pt x="983456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7A481">
                <a:alpha val="2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8B4F1AF-25E2-B0F7-0A67-E86F1F4FA07D}"/>
                </a:ext>
              </a:extLst>
            </p:cNvPr>
            <p:cNvSpPr/>
            <p:nvPr/>
          </p:nvSpPr>
          <p:spPr>
            <a:xfrm>
              <a:off x="1143000" y="2786378"/>
              <a:ext cx="2258567" cy="71700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4500" kern="100" dirty="0">
                  <a:solidFill>
                    <a:srgbClr val="27A48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25.03</a:t>
              </a:r>
              <a:r>
                <a:rPr lang="en-US" sz="4500" kern="100" dirty="0">
                  <a:solidFill>
                    <a:srgbClr val="27A481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M</a:t>
              </a: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351C47C-25CD-79CA-CB21-F26B0ACF1241}"/>
                </a:ext>
              </a:extLst>
            </p:cNvPr>
            <p:cNvSpPr/>
            <p:nvPr/>
          </p:nvSpPr>
          <p:spPr>
            <a:xfrm>
              <a:off x="2380580" y="2786378"/>
              <a:ext cx="526276" cy="62537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D50A90F-7336-B690-F947-C3AAEA7262EA}"/>
                </a:ext>
              </a:extLst>
            </p:cNvPr>
            <p:cNvSpPr/>
            <p:nvPr/>
          </p:nvSpPr>
          <p:spPr>
            <a:xfrm>
              <a:off x="1440954" y="3251373"/>
              <a:ext cx="1563441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8F550F0-D956-8124-40AA-1D701B7332B5}"/>
                </a:ext>
              </a:extLst>
            </p:cNvPr>
            <p:cNvSpPr/>
            <p:nvPr/>
          </p:nvSpPr>
          <p:spPr>
            <a:xfrm>
              <a:off x="2776389" y="2914482"/>
              <a:ext cx="152019" cy="15239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27A48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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2" name="Shape 31">
              <a:extLst>
                <a:ext uri="{FF2B5EF4-FFF2-40B4-BE49-F238E27FC236}">
                  <a16:creationId xmlns:a16="http://schemas.microsoft.com/office/drawing/2014/main" id="{53252392-0E6A-DE71-75E3-D9FCF1DC1D07}"/>
                </a:ext>
              </a:extLst>
            </p:cNvPr>
            <p:cNvSpPr/>
            <p:nvPr/>
          </p:nvSpPr>
          <p:spPr>
            <a:xfrm>
              <a:off x="4145279" y="1271015"/>
              <a:ext cx="2155507" cy="3547871"/>
            </a:xfrm>
            <a:custGeom>
              <a:avLst/>
              <a:gdLst/>
              <a:ahLst/>
              <a:cxnLst/>
              <a:rect l="0" t="0" r="0" b="0"/>
              <a:pathLst>
                <a:path w="2155507" h="3547871">
                  <a:moveTo>
                    <a:pt x="0" y="0"/>
                  </a:moveTo>
                  <a:lnTo>
                    <a:pt x="2155507" y="0"/>
                  </a:lnTo>
                  <a:lnTo>
                    <a:pt x="2155507" y="100584"/>
                  </a:lnTo>
                  <a:lnTo>
                    <a:pt x="102870" y="100584"/>
                  </a:lnTo>
                  <a:lnTo>
                    <a:pt x="102870" y="3310508"/>
                  </a:lnTo>
                  <a:lnTo>
                    <a:pt x="2155507" y="3310508"/>
                  </a:lnTo>
                  <a:lnTo>
                    <a:pt x="2155507" y="3547871"/>
                  </a:lnTo>
                  <a:lnTo>
                    <a:pt x="0" y="3547871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Shape 32">
              <a:extLst>
                <a:ext uri="{FF2B5EF4-FFF2-40B4-BE49-F238E27FC236}">
                  <a16:creationId xmlns:a16="http://schemas.microsoft.com/office/drawing/2014/main" id="{F5274338-BB19-55CE-5D85-A1FC9E21CD66}"/>
                </a:ext>
              </a:extLst>
            </p:cNvPr>
            <p:cNvSpPr/>
            <p:nvPr/>
          </p:nvSpPr>
          <p:spPr>
            <a:xfrm>
              <a:off x="6300786" y="1271015"/>
              <a:ext cx="2288476" cy="3547871"/>
            </a:xfrm>
            <a:custGeom>
              <a:avLst/>
              <a:gdLst/>
              <a:ahLst/>
              <a:cxnLst/>
              <a:rect l="0" t="0" r="0" b="0"/>
              <a:pathLst>
                <a:path w="2288476" h="3547871">
                  <a:moveTo>
                    <a:pt x="0" y="0"/>
                  </a:moveTo>
                  <a:lnTo>
                    <a:pt x="2288476" y="0"/>
                  </a:lnTo>
                  <a:lnTo>
                    <a:pt x="2288476" y="3547871"/>
                  </a:lnTo>
                  <a:lnTo>
                    <a:pt x="0" y="3547871"/>
                  </a:lnTo>
                  <a:lnTo>
                    <a:pt x="0" y="3310508"/>
                  </a:lnTo>
                  <a:lnTo>
                    <a:pt x="2052638" y="3310508"/>
                  </a:lnTo>
                  <a:lnTo>
                    <a:pt x="2052638" y="100584"/>
                  </a:lnTo>
                  <a:lnTo>
                    <a:pt x="0" y="100584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Shape 17355">
              <a:extLst>
                <a:ext uri="{FF2B5EF4-FFF2-40B4-BE49-F238E27FC236}">
                  <a16:creationId xmlns:a16="http://schemas.microsoft.com/office/drawing/2014/main" id="{0622DE10-B01E-1F11-CDA8-F4FD761EE303}"/>
                </a:ext>
              </a:extLst>
            </p:cNvPr>
            <p:cNvSpPr/>
            <p:nvPr/>
          </p:nvSpPr>
          <p:spPr>
            <a:xfrm>
              <a:off x="4238625" y="1362074"/>
              <a:ext cx="4124325" cy="3228975"/>
            </a:xfrm>
            <a:custGeom>
              <a:avLst/>
              <a:gdLst/>
              <a:ahLst/>
              <a:cxnLst/>
              <a:rect l="0" t="0" r="0" b="0"/>
              <a:pathLst>
                <a:path w="4124325" h="3228975">
                  <a:moveTo>
                    <a:pt x="0" y="0"/>
                  </a:moveTo>
                  <a:lnTo>
                    <a:pt x="4124325" y="0"/>
                  </a:lnTo>
                  <a:lnTo>
                    <a:pt x="4124325" y="3228975"/>
                  </a:lnTo>
                  <a:lnTo>
                    <a:pt x="0" y="322897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CCCCCC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8EFA615-751A-0400-4959-2B77E79C5687}"/>
                </a:ext>
              </a:extLst>
            </p:cNvPr>
            <p:cNvSpPr/>
            <p:nvPr/>
          </p:nvSpPr>
          <p:spPr>
            <a:xfrm>
              <a:off x="5507682" y="1390443"/>
              <a:ext cx="2109573" cy="21156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Total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Profit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by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Product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6" name="Shape 35">
              <a:extLst>
                <a:ext uri="{FF2B5EF4-FFF2-40B4-BE49-F238E27FC236}">
                  <a16:creationId xmlns:a16="http://schemas.microsoft.com/office/drawing/2014/main" id="{CF311EEE-E6BF-52C4-DEA8-F77E47F7ABAC}"/>
                </a:ext>
              </a:extLst>
            </p:cNvPr>
            <p:cNvSpPr/>
            <p:nvPr/>
          </p:nvSpPr>
          <p:spPr>
            <a:xfrm>
              <a:off x="4286250" y="3562069"/>
              <a:ext cx="805814" cy="981355"/>
            </a:xfrm>
            <a:custGeom>
              <a:avLst/>
              <a:gdLst/>
              <a:ahLst/>
              <a:cxnLst/>
              <a:rect l="0" t="0" r="0" b="0"/>
              <a:pathLst>
                <a:path w="805814" h="981355">
                  <a:moveTo>
                    <a:pt x="0" y="0"/>
                  </a:moveTo>
                  <a:lnTo>
                    <a:pt x="805814" y="981355"/>
                  </a:lnTo>
                  <a:lnTo>
                    <a:pt x="0" y="981355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7A481">
                <a:alpha val="2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Shape 36">
              <a:extLst>
                <a:ext uri="{FF2B5EF4-FFF2-40B4-BE49-F238E27FC236}">
                  <a16:creationId xmlns:a16="http://schemas.microsoft.com/office/drawing/2014/main" id="{768CC350-1D92-400B-A6DE-3A27F6894316}"/>
                </a:ext>
              </a:extLst>
            </p:cNvPr>
            <p:cNvSpPr/>
            <p:nvPr/>
          </p:nvSpPr>
          <p:spPr>
            <a:xfrm>
              <a:off x="4333056" y="1314449"/>
              <a:ext cx="3982268" cy="3228975"/>
            </a:xfrm>
            <a:custGeom>
              <a:avLst/>
              <a:gdLst/>
              <a:ahLst/>
              <a:cxnLst/>
              <a:rect l="0" t="0" r="0" b="0"/>
              <a:pathLst>
                <a:path w="3223260" h="2952749">
                  <a:moveTo>
                    <a:pt x="1611630" y="0"/>
                  </a:moveTo>
                  <a:lnTo>
                    <a:pt x="2417445" y="2476446"/>
                  </a:lnTo>
                  <a:lnTo>
                    <a:pt x="3223260" y="1752217"/>
                  </a:lnTo>
                  <a:lnTo>
                    <a:pt x="3223260" y="2952749"/>
                  </a:lnTo>
                  <a:lnTo>
                    <a:pt x="0" y="2952749"/>
                  </a:lnTo>
                  <a:lnTo>
                    <a:pt x="805815" y="2666532"/>
                  </a:lnTo>
                  <a:lnTo>
                    <a:pt x="161163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7A481">
                <a:alpha val="2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03D74D1-31C0-7B57-FD35-725D41C20ED2}"/>
                </a:ext>
              </a:extLst>
            </p:cNvPr>
            <p:cNvSpPr/>
            <p:nvPr/>
          </p:nvSpPr>
          <p:spPr>
            <a:xfrm>
              <a:off x="5578524" y="2786378"/>
              <a:ext cx="1842693" cy="71700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4500" kern="100" dirty="0">
                  <a:solidFill>
                    <a:srgbClr val="27A48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3.03</a:t>
              </a: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FE73D22-1A1F-8878-D20E-5415A3CC7EAD}"/>
                </a:ext>
              </a:extLst>
            </p:cNvPr>
            <p:cNvSpPr/>
            <p:nvPr/>
          </p:nvSpPr>
          <p:spPr>
            <a:xfrm>
              <a:off x="6707123" y="2786378"/>
              <a:ext cx="331947" cy="4876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4500" kern="100" dirty="0">
                  <a:solidFill>
                    <a:srgbClr val="27A481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M </a:t>
              </a: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06DC106-5780-9E20-0A67-1773CE3515FD}"/>
                </a:ext>
              </a:extLst>
            </p:cNvPr>
            <p:cNvSpPr/>
            <p:nvPr/>
          </p:nvSpPr>
          <p:spPr>
            <a:xfrm>
              <a:off x="5424934" y="3251373"/>
              <a:ext cx="837293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FF51178-21C0-7E8E-BFE4-0E39FDB093F6}"/>
                </a:ext>
              </a:extLst>
            </p:cNvPr>
            <p:cNvSpPr/>
            <p:nvPr/>
          </p:nvSpPr>
          <p:spPr>
            <a:xfrm>
              <a:off x="6908601" y="2914482"/>
              <a:ext cx="152019" cy="15239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27A48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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3" name="Shape 43">
              <a:extLst>
                <a:ext uri="{FF2B5EF4-FFF2-40B4-BE49-F238E27FC236}">
                  <a16:creationId xmlns:a16="http://schemas.microsoft.com/office/drawing/2014/main" id="{C7266709-97A8-62DF-91C1-BC3E65DDA7A7}"/>
                </a:ext>
              </a:extLst>
            </p:cNvPr>
            <p:cNvSpPr/>
            <p:nvPr/>
          </p:nvSpPr>
          <p:spPr>
            <a:xfrm>
              <a:off x="8519158" y="1271015"/>
              <a:ext cx="1882141" cy="3547871"/>
            </a:xfrm>
            <a:custGeom>
              <a:avLst/>
              <a:gdLst/>
              <a:ahLst/>
              <a:cxnLst/>
              <a:rect l="0" t="0" r="0" b="0"/>
              <a:pathLst>
                <a:path w="1882141" h="3547871">
                  <a:moveTo>
                    <a:pt x="0" y="0"/>
                  </a:moveTo>
                  <a:lnTo>
                    <a:pt x="1882141" y="0"/>
                  </a:lnTo>
                  <a:lnTo>
                    <a:pt x="1882141" y="100584"/>
                  </a:lnTo>
                  <a:lnTo>
                    <a:pt x="100966" y="100584"/>
                  </a:lnTo>
                  <a:lnTo>
                    <a:pt x="100966" y="3310508"/>
                  </a:lnTo>
                  <a:lnTo>
                    <a:pt x="1882141" y="3310508"/>
                  </a:lnTo>
                  <a:lnTo>
                    <a:pt x="1882141" y="3547871"/>
                  </a:lnTo>
                  <a:lnTo>
                    <a:pt x="0" y="3547871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Shape 44">
              <a:extLst>
                <a:ext uri="{FF2B5EF4-FFF2-40B4-BE49-F238E27FC236}">
                  <a16:creationId xmlns:a16="http://schemas.microsoft.com/office/drawing/2014/main" id="{5AE3291F-E922-E350-1470-8AB8496F572A}"/>
                </a:ext>
              </a:extLst>
            </p:cNvPr>
            <p:cNvSpPr/>
            <p:nvPr/>
          </p:nvSpPr>
          <p:spPr>
            <a:xfrm>
              <a:off x="10401298" y="1271015"/>
              <a:ext cx="1790699" cy="3547871"/>
            </a:xfrm>
            <a:custGeom>
              <a:avLst/>
              <a:gdLst/>
              <a:ahLst/>
              <a:cxnLst/>
              <a:rect l="0" t="0" r="0" b="0"/>
              <a:pathLst>
                <a:path w="1790699" h="3547871">
                  <a:moveTo>
                    <a:pt x="0" y="0"/>
                  </a:moveTo>
                  <a:lnTo>
                    <a:pt x="1790699" y="0"/>
                  </a:lnTo>
                  <a:lnTo>
                    <a:pt x="1790699" y="3547871"/>
                  </a:lnTo>
                  <a:lnTo>
                    <a:pt x="0" y="3547871"/>
                  </a:lnTo>
                  <a:lnTo>
                    <a:pt x="0" y="3310508"/>
                  </a:lnTo>
                  <a:lnTo>
                    <a:pt x="1781174" y="3310508"/>
                  </a:lnTo>
                  <a:lnTo>
                    <a:pt x="1781174" y="100584"/>
                  </a:lnTo>
                  <a:lnTo>
                    <a:pt x="0" y="100584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Shape 17366">
              <a:extLst>
                <a:ext uri="{FF2B5EF4-FFF2-40B4-BE49-F238E27FC236}">
                  <a16:creationId xmlns:a16="http://schemas.microsoft.com/office/drawing/2014/main" id="{C473A285-D363-D655-4EC6-C2C850F4FF2A}"/>
                </a:ext>
              </a:extLst>
            </p:cNvPr>
            <p:cNvSpPr/>
            <p:nvPr/>
          </p:nvSpPr>
          <p:spPr>
            <a:xfrm>
              <a:off x="8610599" y="1362074"/>
              <a:ext cx="3581399" cy="3228975"/>
            </a:xfrm>
            <a:custGeom>
              <a:avLst/>
              <a:gdLst/>
              <a:ahLst/>
              <a:cxnLst/>
              <a:rect l="0" t="0" r="0" b="0"/>
              <a:pathLst>
                <a:path w="3581399" h="3228975">
                  <a:moveTo>
                    <a:pt x="0" y="0"/>
                  </a:moveTo>
                  <a:lnTo>
                    <a:pt x="3581399" y="0"/>
                  </a:lnTo>
                  <a:lnTo>
                    <a:pt x="3581399" y="3228975"/>
                  </a:lnTo>
                  <a:lnTo>
                    <a:pt x="0" y="322897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CCCCCC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9AA6936-AAA0-3E8E-D49A-1BBF9AAEAB24}"/>
                </a:ext>
              </a:extLst>
            </p:cNvPr>
            <p:cNvSpPr/>
            <p:nvPr/>
          </p:nvSpPr>
          <p:spPr>
            <a:xfrm>
              <a:off x="9604027" y="1390443"/>
              <a:ext cx="2120401" cy="21156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Total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COGS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by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Country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7" name="Shape 47">
              <a:extLst>
                <a:ext uri="{FF2B5EF4-FFF2-40B4-BE49-F238E27FC236}">
                  <a16:creationId xmlns:a16="http://schemas.microsoft.com/office/drawing/2014/main" id="{D47F6A95-A2EF-6F3B-7511-A3DA76048BA5}"/>
                </a:ext>
              </a:extLst>
            </p:cNvPr>
            <p:cNvSpPr/>
            <p:nvPr/>
          </p:nvSpPr>
          <p:spPr>
            <a:xfrm>
              <a:off x="8658225" y="2090531"/>
              <a:ext cx="2614612" cy="2452893"/>
            </a:xfrm>
            <a:custGeom>
              <a:avLst/>
              <a:gdLst/>
              <a:ahLst/>
              <a:cxnLst/>
              <a:rect l="0" t="0" r="0" b="0"/>
              <a:pathLst>
                <a:path w="2614612" h="2452893">
                  <a:moveTo>
                    <a:pt x="0" y="0"/>
                  </a:moveTo>
                  <a:lnTo>
                    <a:pt x="871537" y="580774"/>
                  </a:lnTo>
                  <a:lnTo>
                    <a:pt x="1743074" y="1134128"/>
                  </a:lnTo>
                  <a:lnTo>
                    <a:pt x="2614612" y="2452893"/>
                  </a:lnTo>
                  <a:lnTo>
                    <a:pt x="0" y="2452893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7A481">
                <a:alpha val="2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Shape 48">
              <a:extLst>
                <a:ext uri="{FF2B5EF4-FFF2-40B4-BE49-F238E27FC236}">
                  <a16:creationId xmlns:a16="http://schemas.microsoft.com/office/drawing/2014/main" id="{B43BBDB8-A409-4D2E-A5EE-22ABA57C0FFB}"/>
                </a:ext>
              </a:extLst>
            </p:cNvPr>
            <p:cNvSpPr/>
            <p:nvPr/>
          </p:nvSpPr>
          <p:spPr>
            <a:xfrm>
              <a:off x="11272837" y="1590675"/>
              <a:ext cx="871537" cy="2952749"/>
            </a:xfrm>
            <a:custGeom>
              <a:avLst/>
              <a:gdLst/>
              <a:ahLst/>
              <a:cxnLst/>
              <a:rect l="0" t="0" r="0" b="0"/>
              <a:pathLst>
                <a:path w="871537" h="2952749">
                  <a:moveTo>
                    <a:pt x="871537" y="0"/>
                  </a:moveTo>
                  <a:lnTo>
                    <a:pt x="871537" y="2952749"/>
                  </a:lnTo>
                  <a:lnTo>
                    <a:pt x="0" y="2952749"/>
                  </a:lnTo>
                  <a:lnTo>
                    <a:pt x="871537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7A481">
                <a:alpha val="2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B24DBB5-EBD3-79B4-92E8-DC7A55A009AC}"/>
                </a:ext>
              </a:extLst>
            </p:cNvPr>
            <p:cNvSpPr/>
            <p:nvPr/>
          </p:nvSpPr>
          <p:spPr>
            <a:xfrm>
              <a:off x="9539584" y="2786378"/>
              <a:ext cx="1613716" cy="62537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4500" kern="100" dirty="0">
                  <a:solidFill>
                    <a:srgbClr val="27A48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22.03</a:t>
              </a:r>
              <a:r>
                <a:rPr lang="en-US" sz="4500" kern="100" dirty="0">
                  <a:solidFill>
                    <a:srgbClr val="27A481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BE04200-0EDD-A8A6-ED9C-DCECC5B18035}"/>
                </a:ext>
              </a:extLst>
            </p:cNvPr>
            <p:cNvSpPr/>
            <p:nvPr/>
          </p:nvSpPr>
          <p:spPr>
            <a:xfrm>
              <a:off x="9634480" y="2914482"/>
              <a:ext cx="1644703" cy="49726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5F8D12D-AB5B-88B7-0403-8AB07619308F}"/>
                </a:ext>
              </a:extLst>
            </p:cNvPr>
            <p:cNvSpPr/>
            <p:nvPr/>
          </p:nvSpPr>
          <p:spPr>
            <a:xfrm>
              <a:off x="9484369" y="3251373"/>
              <a:ext cx="837292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2F1C5AE-5BD7-359A-D159-2B0976470AF8}"/>
                </a:ext>
              </a:extLst>
            </p:cNvPr>
            <p:cNvSpPr/>
            <p:nvPr/>
          </p:nvSpPr>
          <p:spPr>
            <a:xfrm>
              <a:off x="10142487" y="3251373"/>
              <a:ext cx="1563441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77FB1C2-9CC7-2136-1563-5993787358DD}"/>
                </a:ext>
              </a:extLst>
            </p:cNvPr>
            <p:cNvSpPr/>
            <p:nvPr/>
          </p:nvSpPr>
          <p:spPr>
            <a:xfrm>
              <a:off x="11148714" y="2914482"/>
              <a:ext cx="152019" cy="15239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27A48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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4" name="Shape 17377">
              <a:extLst>
                <a:ext uri="{FF2B5EF4-FFF2-40B4-BE49-F238E27FC236}">
                  <a16:creationId xmlns:a16="http://schemas.microsoft.com/office/drawing/2014/main" id="{0737B608-F391-50A5-A3F0-2B9632B3376C}"/>
                </a:ext>
              </a:extLst>
            </p:cNvPr>
            <p:cNvSpPr/>
            <p:nvPr/>
          </p:nvSpPr>
          <p:spPr>
            <a:xfrm>
              <a:off x="3457575" y="342899"/>
              <a:ext cx="4667250" cy="723900"/>
            </a:xfrm>
            <a:custGeom>
              <a:avLst/>
              <a:gdLst/>
              <a:ahLst/>
              <a:cxnLst/>
              <a:rect l="0" t="0" r="0" b="0"/>
              <a:pathLst>
                <a:path w="4667250" h="723900">
                  <a:moveTo>
                    <a:pt x="0" y="0"/>
                  </a:moveTo>
                  <a:lnTo>
                    <a:pt x="4667250" y="0"/>
                  </a:lnTo>
                  <a:lnTo>
                    <a:pt x="4667250" y="723900"/>
                  </a:lnTo>
                  <a:lnTo>
                    <a:pt x="0" y="723900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9FFBBE6-37BA-EB8C-ACC3-A4BBDA9C0384}"/>
                </a:ext>
              </a:extLst>
            </p:cNvPr>
            <p:cNvSpPr/>
            <p:nvPr/>
          </p:nvSpPr>
          <p:spPr>
            <a:xfrm>
              <a:off x="5089773" y="390728"/>
              <a:ext cx="1865623" cy="4383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29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KPI</a:t>
              </a:r>
              <a:r>
                <a:rPr lang="en-US" sz="2900" kern="100" spc="15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29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Sales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5196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EAD5444-CAEC-3B1B-EFE1-4C0A921073D2}"/>
              </a:ext>
            </a:extLst>
          </p:cNvPr>
          <p:cNvGrpSpPr/>
          <p:nvPr/>
        </p:nvGrpSpPr>
        <p:grpSpPr>
          <a:xfrm>
            <a:off x="1818968" y="422788"/>
            <a:ext cx="9645446" cy="4601496"/>
            <a:chOff x="0" y="126335"/>
            <a:chExt cx="12192000" cy="4110384"/>
          </a:xfrm>
        </p:grpSpPr>
        <p:sp>
          <p:nvSpPr>
            <p:cNvPr id="4" name="Shape 68">
              <a:extLst>
                <a:ext uri="{FF2B5EF4-FFF2-40B4-BE49-F238E27FC236}">
                  <a16:creationId xmlns:a16="http://schemas.microsoft.com/office/drawing/2014/main" id="{014C9692-6A35-F58E-DDFF-8E2A2AB350E8}"/>
                </a:ext>
              </a:extLst>
            </p:cNvPr>
            <p:cNvSpPr/>
            <p:nvPr/>
          </p:nvSpPr>
          <p:spPr>
            <a:xfrm>
              <a:off x="0" y="320039"/>
              <a:ext cx="6096000" cy="1222248"/>
            </a:xfrm>
            <a:custGeom>
              <a:avLst/>
              <a:gdLst/>
              <a:ahLst/>
              <a:cxnLst/>
              <a:rect l="0" t="0" r="0" b="0"/>
              <a:pathLst>
                <a:path w="6096000" h="1222248">
                  <a:moveTo>
                    <a:pt x="0" y="0"/>
                  </a:moveTo>
                  <a:lnTo>
                    <a:pt x="6096000" y="0"/>
                  </a:lnTo>
                  <a:lnTo>
                    <a:pt x="6096000" y="13335"/>
                  </a:lnTo>
                  <a:lnTo>
                    <a:pt x="9525" y="13335"/>
                  </a:lnTo>
                  <a:lnTo>
                    <a:pt x="9525" y="1203960"/>
                  </a:lnTo>
                  <a:lnTo>
                    <a:pt x="6096000" y="1203960"/>
                  </a:lnTo>
                  <a:lnTo>
                    <a:pt x="6096000" y="1222248"/>
                  </a:lnTo>
                  <a:lnTo>
                    <a:pt x="0" y="1222248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098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Shape 69">
              <a:extLst>
                <a:ext uri="{FF2B5EF4-FFF2-40B4-BE49-F238E27FC236}">
                  <a16:creationId xmlns:a16="http://schemas.microsoft.com/office/drawing/2014/main" id="{7CD785DE-E32D-CDDB-DC35-EFFD13DB997B}"/>
                </a:ext>
              </a:extLst>
            </p:cNvPr>
            <p:cNvSpPr/>
            <p:nvPr/>
          </p:nvSpPr>
          <p:spPr>
            <a:xfrm>
              <a:off x="6096000" y="320039"/>
              <a:ext cx="6096000" cy="1222248"/>
            </a:xfrm>
            <a:custGeom>
              <a:avLst/>
              <a:gdLst/>
              <a:ahLst/>
              <a:cxnLst/>
              <a:rect l="0" t="0" r="0" b="0"/>
              <a:pathLst>
                <a:path w="6096000" h="1222248">
                  <a:moveTo>
                    <a:pt x="0" y="0"/>
                  </a:moveTo>
                  <a:lnTo>
                    <a:pt x="6096000" y="0"/>
                  </a:lnTo>
                  <a:lnTo>
                    <a:pt x="6096000" y="1222248"/>
                  </a:lnTo>
                  <a:lnTo>
                    <a:pt x="0" y="1222248"/>
                  </a:lnTo>
                  <a:lnTo>
                    <a:pt x="0" y="1203960"/>
                  </a:lnTo>
                  <a:lnTo>
                    <a:pt x="6086475" y="1203960"/>
                  </a:lnTo>
                  <a:lnTo>
                    <a:pt x="6086475" y="13335"/>
                  </a:lnTo>
                  <a:lnTo>
                    <a:pt x="0" y="13335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098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Shape 70">
              <a:extLst>
                <a:ext uri="{FF2B5EF4-FFF2-40B4-BE49-F238E27FC236}">
                  <a16:creationId xmlns:a16="http://schemas.microsoft.com/office/drawing/2014/main" id="{2C9D53E5-8A19-2648-AA91-41C1863659F4}"/>
                </a:ext>
              </a:extLst>
            </p:cNvPr>
            <p:cNvSpPr/>
            <p:nvPr/>
          </p:nvSpPr>
          <p:spPr>
            <a:xfrm>
              <a:off x="0" y="329183"/>
              <a:ext cx="6096000" cy="1267968"/>
            </a:xfrm>
            <a:custGeom>
              <a:avLst/>
              <a:gdLst/>
              <a:ahLst/>
              <a:cxnLst/>
              <a:rect l="0" t="0" r="0" b="0"/>
              <a:pathLst>
                <a:path w="6096000" h="1267968">
                  <a:moveTo>
                    <a:pt x="0" y="0"/>
                  </a:moveTo>
                  <a:lnTo>
                    <a:pt x="6096000" y="0"/>
                  </a:lnTo>
                  <a:lnTo>
                    <a:pt x="6096000" y="4191"/>
                  </a:lnTo>
                  <a:lnTo>
                    <a:pt x="9525" y="4191"/>
                  </a:lnTo>
                  <a:lnTo>
                    <a:pt x="9525" y="1194816"/>
                  </a:lnTo>
                  <a:lnTo>
                    <a:pt x="6096000" y="1194816"/>
                  </a:lnTo>
                  <a:lnTo>
                    <a:pt x="6096000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294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Shape 71">
              <a:extLst>
                <a:ext uri="{FF2B5EF4-FFF2-40B4-BE49-F238E27FC236}">
                  <a16:creationId xmlns:a16="http://schemas.microsoft.com/office/drawing/2014/main" id="{70FC1266-5919-F3B2-6C79-CEB314C4235B}"/>
                </a:ext>
              </a:extLst>
            </p:cNvPr>
            <p:cNvSpPr/>
            <p:nvPr/>
          </p:nvSpPr>
          <p:spPr>
            <a:xfrm>
              <a:off x="6096000" y="329183"/>
              <a:ext cx="6096000" cy="1267968"/>
            </a:xfrm>
            <a:custGeom>
              <a:avLst/>
              <a:gdLst/>
              <a:ahLst/>
              <a:cxnLst/>
              <a:rect l="0" t="0" r="0" b="0"/>
              <a:pathLst>
                <a:path w="6096000" h="1267968">
                  <a:moveTo>
                    <a:pt x="0" y="0"/>
                  </a:moveTo>
                  <a:lnTo>
                    <a:pt x="6096000" y="0"/>
                  </a:lnTo>
                  <a:lnTo>
                    <a:pt x="6096000" y="1267968"/>
                  </a:lnTo>
                  <a:lnTo>
                    <a:pt x="0" y="1267968"/>
                  </a:lnTo>
                  <a:lnTo>
                    <a:pt x="0" y="1194816"/>
                  </a:lnTo>
                  <a:lnTo>
                    <a:pt x="6086475" y="1194816"/>
                  </a:lnTo>
                  <a:lnTo>
                    <a:pt x="6086475" y="4191"/>
                  </a:lnTo>
                  <a:lnTo>
                    <a:pt x="0" y="4191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294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Shape 17426">
              <a:extLst>
                <a:ext uri="{FF2B5EF4-FFF2-40B4-BE49-F238E27FC236}">
                  <a16:creationId xmlns:a16="http://schemas.microsoft.com/office/drawing/2014/main" id="{BA1C915B-799F-489C-A0EE-6A1CF86867BB}"/>
                </a:ext>
              </a:extLst>
            </p:cNvPr>
            <p:cNvSpPr/>
            <p:nvPr/>
          </p:nvSpPr>
          <p:spPr>
            <a:xfrm>
              <a:off x="0" y="323849"/>
              <a:ext cx="12191999" cy="1209675"/>
            </a:xfrm>
            <a:custGeom>
              <a:avLst/>
              <a:gdLst/>
              <a:ahLst/>
              <a:cxnLst/>
              <a:rect l="0" t="0" r="0" b="0"/>
              <a:pathLst>
                <a:path w="12191999" h="1209675">
                  <a:moveTo>
                    <a:pt x="0" y="0"/>
                  </a:moveTo>
                  <a:lnTo>
                    <a:pt x="12191999" y="0"/>
                  </a:lnTo>
                  <a:lnTo>
                    <a:pt x="12191999" y="1209675"/>
                  </a:lnTo>
                  <a:lnTo>
                    <a:pt x="0" y="120967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3F2F1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D5D964-7944-FB15-1336-6B8B23A2CB73}"/>
                </a:ext>
              </a:extLst>
            </p:cNvPr>
            <p:cNvSpPr/>
            <p:nvPr/>
          </p:nvSpPr>
          <p:spPr>
            <a:xfrm>
              <a:off x="5653087" y="126335"/>
              <a:ext cx="1177776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Power BI Desktop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1" name="Shape 77">
              <a:extLst>
                <a:ext uri="{FF2B5EF4-FFF2-40B4-BE49-F238E27FC236}">
                  <a16:creationId xmlns:a16="http://schemas.microsoft.com/office/drawing/2014/main" id="{C56C22DD-F9A8-2DEC-CC35-E37FEC6D345C}"/>
                </a:ext>
              </a:extLst>
            </p:cNvPr>
            <p:cNvSpPr/>
            <p:nvPr/>
          </p:nvSpPr>
          <p:spPr>
            <a:xfrm>
              <a:off x="8918446" y="1804415"/>
              <a:ext cx="1492378" cy="2337816"/>
            </a:xfrm>
            <a:custGeom>
              <a:avLst/>
              <a:gdLst/>
              <a:ahLst/>
              <a:cxnLst/>
              <a:rect l="0" t="0" r="0" b="0"/>
              <a:pathLst>
                <a:path w="1492378" h="2337816">
                  <a:moveTo>
                    <a:pt x="0" y="0"/>
                  </a:moveTo>
                  <a:lnTo>
                    <a:pt x="1492378" y="0"/>
                  </a:lnTo>
                  <a:lnTo>
                    <a:pt x="1492378" y="100584"/>
                  </a:lnTo>
                  <a:lnTo>
                    <a:pt x="101728" y="100584"/>
                  </a:lnTo>
                  <a:lnTo>
                    <a:pt x="101728" y="2100834"/>
                  </a:lnTo>
                  <a:lnTo>
                    <a:pt x="1492378" y="2100834"/>
                  </a:lnTo>
                  <a:lnTo>
                    <a:pt x="1492378" y="2337816"/>
                  </a:lnTo>
                  <a:lnTo>
                    <a:pt x="0" y="2337816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Shape 78">
              <a:extLst>
                <a:ext uri="{FF2B5EF4-FFF2-40B4-BE49-F238E27FC236}">
                  <a16:creationId xmlns:a16="http://schemas.microsoft.com/office/drawing/2014/main" id="{9EF60C80-7D2D-B4E4-1040-79CC18A5DC1B}"/>
                </a:ext>
              </a:extLst>
            </p:cNvPr>
            <p:cNvSpPr/>
            <p:nvPr/>
          </p:nvSpPr>
          <p:spPr>
            <a:xfrm>
              <a:off x="10410823" y="1804415"/>
              <a:ext cx="1625726" cy="2337816"/>
            </a:xfrm>
            <a:custGeom>
              <a:avLst/>
              <a:gdLst/>
              <a:ahLst/>
              <a:cxnLst/>
              <a:rect l="0" t="0" r="0" b="0"/>
              <a:pathLst>
                <a:path w="1625726" h="2337816">
                  <a:moveTo>
                    <a:pt x="0" y="0"/>
                  </a:moveTo>
                  <a:lnTo>
                    <a:pt x="1625726" y="0"/>
                  </a:lnTo>
                  <a:lnTo>
                    <a:pt x="1625726" y="2337816"/>
                  </a:lnTo>
                  <a:lnTo>
                    <a:pt x="0" y="2337816"/>
                  </a:lnTo>
                  <a:lnTo>
                    <a:pt x="0" y="2100834"/>
                  </a:lnTo>
                  <a:lnTo>
                    <a:pt x="1390649" y="2100834"/>
                  </a:lnTo>
                  <a:lnTo>
                    <a:pt x="1390649" y="100584"/>
                  </a:lnTo>
                  <a:lnTo>
                    <a:pt x="0" y="100584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Shape 17428">
              <a:extLst>
                <a:ext uri="{FF2B5EF4-FFF2-40B4-BE49-F238E27FC236}">
                  <a16:creationId xmlns:a16="http://schemas.microsoft.com/office/drawing/2014/main" id="{EF3FE359-B052-52E9-0225-88BCDB182CEE}"/>
                </a:ext>
              </a:extLst>
            </p:cNvPr>
            <p:cNvSpPr/>
            <p:nvPr/>
          </p:nvSpPr>
          <p:spPr>
            <a:xfrm>
              <a:off x="9010649" y="1895474"/>
              <a:ext cx="2800350" cy="2019300"/>
            </a:xfrm>
            <a:custGeom>
              <a:avLst/>
              <a:gdLst/>
              <a:ahLst/>
              <a:cxnLst/>
              <a:rect l="0" t="0" r="0" b="0"/>
              <a:pathLst>
                <a:path w="2800350" h="2019300">
                  <a:moveTo>
                    <a:pt x="0" y="0"/>
                  </a:moveTo>
                  <a:lnTo>
                    <a:pt x="2800350" y="0"/>
                  </a:lnTo>
                  <a:lnTo>
                    <a:pt x="2800350" y="2019300"/>
                  </a:lnTo>
                  <a:lnTo>
                    <a:pt x="0" y="2019300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1B6AB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BC681E-9BEB-88B3-5215-C002B5D6FD5B}"/>
                </a:ext>
              </a:extLst>
            </p:cNvPr>
            <p:cNvSpPr/>
            <p:nvPr/>
          </p:nvSpPr>
          <p:spPr>
            <a:xfrm>
              <a:off x="9134474" y="1969218"/>
              <a:ext cx="644002" cy="16676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Country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9CB4F32-FE70-B15D-8607-A47E6EA54A69}"/>
                </a:ext>
              </a:extLst>
            </p:cNvPr>
            <p:cNvSpPr/>
            <p:nvPr/>
          </p:nvSpPr>
          <p:spPr>
            <a:xfrm>
              <a:off x="11572874" y="1943099"/>
              <a:ext cx="152019" cy="15201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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0189D9B-EDA7-2F05-C49C-178D48546BB5}"/>
                </a:ext>
              </a:extLst>
            </p:cNvPr>
            <p:cNvSpPr/>
            <p:nvPr/>
          </p:nvSpPr>
          <p:spPr>
            <a:xfrm>
              <a:off x="9134474" y="218122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B9F8173-1CA6-0F01-B222-BC393CD0013A}"/>
                </a:ext>
              </a:extLst>
            </p:cNvPr>
            <p:cNvSpPr/>
            <p:nvPr/>
          </p:nvSpPr>
          <p:spPr>
            <a:xfrm>
              <a:off x="9363074" y="2203623"/>
              <a:ext cx="668943" cy="19843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Canada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DE8338B-6AA4-93BF-8AAD-E6C2B0E1B9E3}"/>
                </a:ext>
              </a:extLst>
            </p:cNvPr>
            <p:cNvSpPr/>
            <p:nvPr/>
          </p:nvSpPr>
          <p:spPr>
            <a:xfrm>
              <a:off x="9134474" y="2457449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36DAA62-8697-4F6E-F55F-D4F19F0C0DF0}"/>
                </a:ext>
              </a:extLst>
            </p:cNvPr>
            <p:cNvSpPr/>
            <p:nvPr/>
          </p:nvSpPr>
          <p:spPr>
            <a:xfrm>
              <a:off x="9363074" y="2479848"/>
              <a:ext cx="586896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France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8C56E5-72D0-73FF-AFA4-DD20E0DBF475}"/>
                </a:ext>
              </a:extLst>
            </p:cNvPr>
            <p:cNvSpPr/>
            <p:nvPr/>
          </p:nvSpPr>
          <p:spPr>
            <a:xfrm>
              <a:off x="9134474" y="273367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82CEA38-2A9C-4EA7-D1D8-575A83E08C96}"/>
                </a:ext>
              </a:extLst>
            </p:cNvPr>
            <p:cNvSpPr/>
            <p:nvPr/>
          </p:nvSpPr>
          <p:spPr>
            <a:xfrm>
              <a:off x="9363074" y="2756073"/>
              <a:ext cx="806017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Germany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2C62807-454E-6C97-ACFE-32648E8C716C}"/>
                </a:ext>
              </a:extLst>
            </p:cNvPr>
            <p:cNvSpPr/>
            <p:nvPr/>
          </p:nvSpPr>
          <p:spPr>
            <a:xfrm>
              <a:off x="9134474" y="3009899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3EE8196-EFE4-E964-C3EC-BBDB8C509251}"/>
                </a:ext>
              </a:extLst>
            </p:cNvPr>
            <p:cNvSpPr/>
            <p:nvPr/>
          </p:nvSpPr>
          <p:spPr>
            <a:xfrm>
              <a:off x="9363074" y="3032298"/>
              <a:ext cx="642518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Mexico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02E4F66-9858-5926-E02A-163C361F559C}"/>
                </a:ext>
              </a:extLst>
            </p:cNvPr>
            <p:cNvSpPr/>
            <p:nvPr/>
          </p:nvSpPr>
          <p:spPr>
            <a:xfrm>
              <a:off x="9134474" y="328612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5AAE304-6704-94EC-DC46-55E12ABE6C6E}"/>
                </a:ext>
              </a:extLst>
            </p:cNvPr>
            <p:cNvSpPr/>
            <p:nvPr/>
          </p:nvSpPr>
          <p:spPr>
            <a:xfrm>
              <a:off x="9363074" y="3308523"/>
              <a:ext cx="2207146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United States of America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6" name="Shape 94">
              <a:extLst>
                <a:ext uri="{FF2B5EF4-FFF2-40B4-BE49-F238E27FC236}">
                  <a16:creationId xmlns:a16="http://schemas.microsoft.com/office/drawing/2014/main" id="{95E585AC-0A9F-3EAA-D453-7C5AD3247808}"/>
                </a:ext>
              </a:extLst>
            </p:cNvPr>
            <p:cNvSpPr/>
            <p:nvPr/>
          </p:nvSpPr>
          <p:spPr>
            <a:xfrm>
              <a:off x="3051047" y="1755647"/>
              <a:ext cx="1416177" cy="2432304"/>
            </a:xfrm>
            <a:custGeom>
              <a:avLst/>
              <a:gdLst/>
              <a:ahLst/>
              <a:cxnLst/>
              <a:rect l="0" t="0" r="0" b="0"/>
              <a:pathLst>
                <a:path w="1416177" h="2432304">
                  <a:moveTo>
                    <a:pt x="0" y="0"/>
                  </a:moveTo>
                  <a:lnTo>
                    <a:pt x="1416177" y="0"/>
                  </a:lnTo>
                  <a:lnTo>
                    <a:pt x="1416177" y="101727"/>
                  </a:lnTo>
                  <a:lnTo>
                    <a:pt x="101727" y="101727"/>
                  </a:lnTo>
                  <a:lnTo>
                    <a:pt x="101727" y="2197227"/>
                  </a:lnTo>
                  <a:lnTo>
                    <a:pt x="1416177" y="2197227"/>
                  </a:lnTo>
                  <a:lnTo>
                    <a:pt x="1416177" y="2432304"/>
                  </a:lnTo>
                  <a:lnTo>
                    <a:pt x="0" y="2432304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Shape 95">
              <a:extLst>
                <a:ext uri="{FF2B5EF4-FFF2-40B4-BE49-F238E27FC236}">
                  <a16:creationId xmlns:a16="http://schemas.microsoft.com/office/drawing/2014/main" id="{039FD8AF-5E70-7627-E879-4DD0D61A47FD}"/>
                </a:ext>
              </a:extLst>
            </p:cNvPr>
            <p:cNvSpPr/>
            <p:nvPr/>
          </p:nvSpPr>
          <p:spPr>
            <a:xfrm>
              <a:off x="4467224" y="1755647"/>
              <a:ext cx="1549526" cy="2432304"/>
            </a:xfrm>
            <a:custGeom>
              <a:avLst/>
              <a:gdLst/>
              <a:ahLst/>
              <a:cxnLst/>
              <a:rect l="0" t="0" r="0" b="0"/>
              <a:pathLst>
                <a:path w="1549526" h="2432304">
                  <a:moveTo>
                    <a:pt x="0" y="0"/>
                  </a:moveTo>
                  <a:lnTo>
                    <a:pt x="1549526" y="0"/>
                  </a:lnTo>
                  <a:lnTo>
                    <a:pt x="1549526" y="2432304"/>
                  </a:lnTo>
                  <a:lnTo>
                    <a:pt x="0" y="2432304"/>
                  </a:lnTo>
                  <a:lnTo>
                    <a:pt x="0" y="2197227"/>
                  </a:lnTo>
                  <a:lnTo>
                    <a:pt x="1314450" y="2197227"/>
                  </a:lnTo>
                  <a:lnTo>
                    <a:pt x="1314450" y="101727"/>
                  </a:lnTo>
                  <a:lnTo>
                    <a:pt x="0" y="101727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Shape 17431">
              <a:extLst>
                <a:ext uri="{FF2B5EF4-FFF2-40B4-BE49-F238E27FC236}">
                  <a16:creationId xmlns:a16="http://schemas.microsoft.com/office/drawing/2014/main" id="{A9EF2444-9AC7-4936-88B1-F11607F79E2E}"/>
                </a:ext>
              </a:extLst>
            </p:cNvPr>
            <p:cNvSpPr/>
            <p:nvPr/>
          </p:nvSpPr>
          <p:spPr>
            <a:xfrm>
              <a:off x="3143250" y="1847849"/>
              <a:ext cx="2647950" cy="2114550"/>
            </a:xfrm>
            <a:custGeom>
              <a:avLst/>
              <a:gdLst/>
              <a:ahLst/>
              <a:cxnLst/>
              <a:rect l="0" t="0" r="0" b="0"/>
              <a:pathLst>
                <a:path w="2647950" h="2114550">
                  <a:moveTo>
                    <a:pt x="0" y="0"/>
                  </a:moveTo>
                  <a:lnTo>
                    <a:pt x="2647950" y="0"/>
                  </a:lnTo>
                  <a:lnTo>
                    <a:pt x="2647950" y="2114550"/>
                  </a:lnTo>
                  <a:lnTo>
                    <a:pt x="0" y="2114550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1B6AB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BEE4AC0-3C00-E8A9-8878-F516D00F7F90}"/>
                </a:ext>
              </a:extLst>
            </p:cNvPr>
            <p:cNvSpPr/>
            <p:nvPr/>
          </p:nvSpPr>
          <p:spPr>
            <a:xfrm>
              <a:off x="3267075" y="1921593"/>
              <a:ext cx="632720" cy="16676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Product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B2C4FE5-6582-2225-F23B-B310DDCE9A50}"/>
                </a:ext>
              </a:extLst>
            </p:cNvPr>
            <p:cNvSpPr/>
            <p:nvPr/>
          </p:nvSpPr>
          <p:spPr>
            <a:xfrm>
              <a:off x="5553074" y="1895474"/>
              <a:ext cx="152019" cy="15201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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5972E1D-6E64-B34A-7786-87812040FC2D}"/>
                </a:ext>
              </a:extLst>
            </p:cNvPr>
            <p:cNvSpPr/>
            <p:nvPr/>
          </p:nvSpPr>
          <p:spPr>
            <a:xfrm>
              <a:off x="3267075" y="2133599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D8AFBDC-E663-9F85-636C-EAE399ED54E2}"/>
                </a:ext>
              </a:extLst>
            </p:cNvPr>
            <p:cNvSpPr/>
            <p:nvPr/>
          </p:nvSpPr>
          <p:spPr>
            <a:xfrm>
              <a:off x="3495675" y="2155998"/>
              <a:ext cx="729316" cy="19843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Amarilla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0553EAC-EB37-9109-B60B-1CC049571A8C}"/>
                </a:ext>
              </a:extLst>
            </p:cNvPr>
            <p:cNvSpPr/>
            <p:nvPr/>
          </p:nvSpPr>
          <p:spPr>
            <a:xfrm>
              <a:off x="3267075" y="240982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1C8A853-2DF0-9419-46C1-FF88D925EB7C}"/>
                </a:ext>
              </a:extLst>
            </p:cNvPr>
            <p:cNvSpPr/>
            <p:nvPr/>
          </p:nvSpPr>
          <p:spPr>
            <a:xfrm>
              <a:off x="3495675" y="2432223"/>
              <a:ext cx="823832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Carretera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36D2E07-C240-2315-E86E-F44847DD6B89}"/>
                </a:ext>
              </a:extLst>
            </p:cNvPr>
            <p:cNvSpPr/>
            <p:nvPr/>
          </p:nvSpPr>
          <p:spPr>
            <a:xfrm>
              <a:off x="3267075" y="2686049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482E25D-4705-F950-A978-20D539F8B3B1}"/>
                </a:ext>
              </a:extLst>
            </p:cNvPr>
            <p:cNvSpPr/>
            <p:nvPr/>
          </p:nvSpPr>
          <p:spPr>
            <a:xfrm>
              <a:off x="3495675" y="2708448"/>
              <a:ext cx="805127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Montana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4CAD17B-193C-3BB5-5AB7-93159EA1FBBC}"/>
                </a:ext>
              </a:extLst>
            </p:cNvPr>
            <p:cNvSpPr/>
            <p:nvPr/>
          </p:nvSpPr>
          <p:spPr>
            <a:xfrm>
              <a:off x="3267075" y="296227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7932D6B-D401-D7C4-4D86-77FE0CBD10E5}"/>
                </a:ext>
              </a:extLst>
            </p:cNvPr>
            <p:cNvSpPr/>
            <p:nvPr/>
          </p:nvSpPr>
          <p:spPr>
            <a:xfrm>
              <a:off x="3495675" y="2984673"/>
              <a:ext cx="520487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Paseo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D09C6E4-A159-6853-4053-EC2B194FB034}"/>
                </a:ext>
              </a:extLst>
            </p:cNvPr>
            <p:cNvSpPr/>
            <p:nvPr/>
          </p:nvSpPr>
          <p:spPr>
            <a:xfrm>
              <a:off x="3267075" y="3238499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0F469C8-B0F6-6CF4-34FF-637471B8FB20}"/>
                </a:ext>
              </a:extLst>
            </p:cNvPr>
            <p:cNvSpPr/>
            <p:nvPr/>
          </p:nvSpPr>
          <p:spPr>
            <a:xfrm>
              <a:off x="3495675" y="3260898"/>
              <a:ext cx="386876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Velo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D65992D-3403-E6B7-1F68-98A95F41870E}"/>
                </a:ext>
              </a:extLst>
            </p:cNvPr>
            <p:cNvSpPr/>
            <p:nvPr/>
          </p:nvSpPr>
          <p:spPr>
            <a:xfrm>
              <a:off x="3267075" y="351472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6E48D08-EA67-2163-4360-07B3695BD3B1}"/>
                </a:ext>
              </a:extLst>
            </p:cNvPr>
            <p:cNvSpPr/>
            <p:nvPr/>
          </p:nvSpPr>
          <p:spPr>
            <a:xfrm>
              <a:off x="3495675" y="3537123"/>
              <a:ext cx="346101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VTT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3" name="Shape 113">
              <a:extLst>
                <a:ext uri="{FF2B5EF4-FFF2-40B4-BE49-F238E27FC236}">
                  <a16:creationId xmlns:a16="http://schemas.microsoft.com/office/drawing/2014/main" id="{0198DCFE-EDA8-EE19-015B-7AAE714F2238}"/>
                </a:ext>
              </a:extLst>
            </p:cNvPr>
            <p:cNvSpPr/>
            <p:nvPr/>
          </p:nvSpPr>
          <p:spPr>
            <a:xfrm>
              <a:off x="6004559" y="1804415"/>
              <a:ext cx="1339215" cy="2432304"/>
            </a:xfrm>
            <a:custGeom>
              <a:avLst/>
              <a:gdLst/>
              <a:ahLst/>
              <a:cxnLst/>
              <a:rect l="0" t="0" r="0" b="0"/>
              <a:pathLst>
                <a:path w="1339215" h="2432304">
                  <a:moveTo>
                    <a:pt x="0" y="0"/>
                  </a:moveTo>
                  <a:lnTo>
                    <a:pt x="1339215" y="0"/>
                  </a:lnTo>
                  <a:lnTo>
                    <a:pt x="1339215" y="100584"/>
                  </a:lnTo>
                  <a:lnTo>
                    <a:pt x="100966" y="100584"/>
                  </a:lnTo>
                  <a:lnTo>
                    <a:pt x="100966" y="2196084"/>
                  </a:lnTo>
                  <a:lnTo>
                    <a:pt x="1339215" y="2196084"/>
                  </a:lnTo>
                  <a:lnTo>
                    <a:pt x="1339215" y="2432304"/>
                  </a:lnTo>
                  <a:lnTo>
                    <a:pt x="0" y="2432304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Shape 114">
              <a:extLst>
                <a:ext uri="{FF2B5EF4-FFF2-40B4-BE49-F238E27FC236}">
                  <a16:creationId xmlns:a16="http://schemas.microsoft.com/office/drawing/2014/main" id="{3C00A64E-8774-0A93-3B94-F63AFAEDD48B}"/>
                </a:ext>
              </a:extLst>
            </p:cNvPr>
            <p:cNvSpPr/>
            <p:nvPr/>
          </p:nvSpPr>
          <p:spPr>
            <a:xfrm>
              <a:off x="7343774" y="1804415"/>
              <a:ext cx="1474088" cy="2432304"/>
            </a:xfrm>
            <a:custGeom>
              <a:avLst/>
              <a:gdLst/>
              <a:ahLst/>
              <a:cxnLst/>
              <a:rect l="0" t="0" r="0" b="0"/>
              <a:pathLst>
                <a:path w="1474088" h="2432304">
                  <a:moveTo>
                    <a:pt x="0" y="0"/>
                  </a:moveTo>
                  <a:lnTo>
                    <a:pt x="1474088" y="0"/>
                  </a:lnTo>
                  <a:lnTo>
                    <a:pt x="1474088" y="2432304"/>
                  </a:lnTo>
                  <a:lnTo>
                    <a:pt x="0" y="2432304"/>
                  </a:lnTo>
                  <a:lnTo>
                    <a:pt x="0" y="2196084"/>
                  </a:lnTo>
                  <a:lnTo>
                    <a:pt x="1238250" y="2196084"/>
                  </a:lnTo>
                  <a:lnTo>
                    <a:pt x="1238250" y="100584"/>
                  </a:lnTo>
                  <a:lnTo>
                    <a:pt x="0" y="100584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Shape 17434">
              <a:extLst>
                <a:ext uri="{FF2B5EF4-FFF2-40B4-BE49-F238E27FC236}">
                  <a16:creationId xmlns:a16="http://schemas.microsoft.com/office/drawing/2014/main" id="{A6A27275-C5A7-0F97-2A98-E4A3FADC02DA}"/>
                </a:ext>
              </a:extLst>
            </p:cNvPr>
            <p:cNvSpPr/>
            <p:nvPr/>
          </p:nvSpPr>
          <p:spPr>
            <a:xfrm>
              <a:off x="6095999" y="1895473"/>
              <a:ext cx="2495550" cy="2066926"/>
            </a:xfrm>
            <a:custGeom>
              <a:avLst/>
              <a:gdLst/>
              <a:ahLst/>
              <a:cxnLst/>
              <a:rect l="0" t="0" r="0" b="0"/>
              <a:pathLst>
                <a:path w="2495550" h="2114550">
                  <a:moveTo>
                    <a:pt x="0" y="0"/>
                  </a:moveTo>
                  <a:lnTo>
                    <a:pt x="2495550" y="0"/>
                  </a:lnTo>
                  <a:lnTo>
                    <a:pt x="2495550" y="2114550"/>
                  </a:lnTo>
                  <a:lnTo>
                    <a:pt x="0" y="2114550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1B6AB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86E037F-A646-D11A-ADE0-FAEC552AE5CD}"/>
                </a:ext>
              </a:extLst>
            </p:cNvPr>
            <p:cNvSpPr/>
            <p:nvPr/>
          </p:nvSpPr>
          <p:spPr>
            <a:xfrm>
              <a:off x="6219824" y="1969218"/>
              <a:ext cx="724664" cy="16676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Segment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A137954-D260-7486-1F82-ED8CE7F58DE3}"/>
                </a:ext>
              </a:extLst>
            </p:cNvPr>
            <p:cNvSpPr/>
            <p:nvPr/>
          </p:nvSpPr>
          <p:spPr>
            <a:xfrm>
              <a:off x="8353424" y="1943099"/>
              <a:ext cx="152019" cy="15201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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13DDC81-4F77-2B56-20DD-6514C28E9AFB}"/>
                </a:ext>
              </a:extLst>
            </p:cNvPr>
            <p:cNvSpPr/>
            <p:nvPr/>
          </p:nvSpPr>
          <p:spPr>
            <a:xfrm>
              <a:off x="6219824" y="218122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61D980C-A175-2418-E872-B0841D05CEB8}"/>
                </a:ext>
              </a:extLst>
            </p:cNvPr>
            <p:cNvSpPr/>
            <p:nvPr/>
          </p:nvSpPr>
          <p:spPr>
            <a:xfrm>
              <a:off x="6448424" y="2203623"/>
              <a:ext cx="1509402" cy="19843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Channel Partners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DB87AB2-24D8-84BD-6BFE-0D121AD74ACB}"/>
                </a:ext>
              </a:extLst>
            </p:cNvPr>
            <p:cNvSpPr/>
            <p:nvPr/>
          </p:nvSpPr>
          <p:spPr>
            <a:xfrm>
              <a:off x="6219824" y="2457449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87C9CCF-EBF8-54E0-673C-B1656B19CFCD}"/>
                </a:ext>
              </a:extLst>
            </p:cNvPr>
            <p:cNvSpPr/>
            <p:nvPr/>
          </p:nvSpPr>
          <p:spPr>
            <a:xfrm>
              <a:off x="6448424" y="2479848"/>
              <a:ext cx="893112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Enterprise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B6FE156-0B59-8FBE-CAA4-BEF58429139F}"/>
                </a:ext>
              </a:extLst>
            </p:cNvPr>
            <p:cNvSpPr/>
            <p:nvPr/>
          </p:nvSpPr>
          <p:spPr>
            <a:xfrm>
              <a:off x="6219824" y="273367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3F96835-8181-D609-8F97-8F656F9E2D97}"/>
                </a:ext>
              </a:extLst>
            </p:cNvPr>
            <p:cNvSpPr/>
            <p:nvPr/>
          </p:nvSpPr>
          <p:spPr>
            <a:xfrm>
              <a:off x="6448424" y="2756073"/>
              <a:ext cx="1110055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Government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7DEC8C9-8C7E-300F-F7F0-D22A5D08232B}"/>
                </a:ext>
              </a:extLst>
            </p:cNvPr>
            <p:cNvSpPr/>
            <p:nvPr/>
          </p:nvSpPr>
          <p:spPr>
            <a:xfrm>
              <a:off x="6219824" y="3009899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148DCA9-A81C-D5E9-0299-4354DC678B78}"/>
                </a:ext>
              </a:extLst>
            </p:cNvPr>
            <p:cNvSpPr/>
            <p:nvPr/>
          </p:nvSpPr>
          <p:spPr>
            <a:xfrm>
              <a:off x="6448424" y="3032298"/>
              <a:ext cx="974070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Midmarket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FA0CB0F-5311-6786-3A36-8BC157051D25}"/>
                </a:ext>
              </a:extLst>
            </p:cNvPr>
            <p:cNvSpPr/>
            <p:nvPr/>
          </p:nvSpPr>
          <p:spPr>
            <a:xfrm>
              <a:off x="6219824" y="328612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70BF789-9C42-A0E9-5425-BF4C71EB78F8}"/>
                </a:ext>
              </a:extLst>
            </p:cNvPr>
            <p:cNvSpPr/>
            <p:nvPr/>
          </p:nvSpPr>
          <p:spPr>
            <a:xfrm>
              <a:off x="6448424" y="3308523"/>
              <a:ext cx="1297803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Small Business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8" name="Shape 130">
              <a:extLst>
                <a:ext uri="{FF2B5EF4-FFF2-40B4-BE49-F238E27FC236}">
                  <a16:creationId xmlns:a16="http://schemas.microsoft.com/office/drawing/2014/main" id="{702C16B0-7B5A-D8A9-281F-126E5DD57F16}"/>
                </a:ext>
              </a:extLst>
            </p:cNvPr>
            <p:cNvSpPr/>
            <p:nvPr/>
          </p:nvSpPr>
          <p:spPr>
            <a:xfrm>
              <a:off x="21336" y="1755647"/>
              <a:ext cx="1497901" cy="2432304"/>
            </a:xfrm>
            <a:custGeom>
              <a:avLst/>
              <a:gdLst/>
              <a:ahLst/>
              <a:cxnLst/>
              <a:rect l="0" t="0" r="0" b="0"/>
              <a:pathLst>
                <a:path w="1497901" h="2432304">
                  <a:moveTo>
                    <a:pt x="0" y="0"/>
                  </a:moveTo>
                  <a:lnTo>
                    <a:pt x="1497901" y="0"/>
                  </a:lnTo>
                  <a:lnTo>
                    <a:pt x="1497901" y="101727"/>
                  </a:lnTo>
                  <a:lnTo>
                    <a:pt x="102489" y="101727"/>
                  </a:lnTo>
                  <a:lnTo>
                    <a:pt x="102489" y="2197227"/>
                  </a:lnTo>
                  <a:lnTo>
                    <a:pt x="1497901" y="2197227"/>
                  </a:lnTo>
                  <a:lnTo>
                    <a:pt x="1497901" y="2432304"/>
                  </a:lnTo>
                  <a:lnTo>
                    <a:pt x="0" y="2432304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Shape 131">
              <a:extLst>
                <a:ext uri="{FF2B5EF4-FFF2-40B4-BE49-F238E27FC236}">
                  <a16:creationId xmlns:a16="http://schemas.microsoft.com/office/drawing/2014/main" id="{ED1657FF-304A-2E95-6FD7-1F108A3239C7}"/>
                </a:ext>
              </a:extLst>
            </p:cNvPr>
            <p:cNvSpPr/>
            <p:nvPr/>
          </p:nvSpPr>
          <p:spPr>
            <a:xfrm>
              <a:off x="1519237" y="1755647"/>
              <a:ext cx="1632394" cy="2432304"/>
            </a:xfrm>
            <a:custGeom>
              <a:avLst/>
              <a:gdLst/>
              <a:ahLst/>
              <a:cxnLst/>
              <a:rect l="0" t="0" r="0" b="0"/>
              <a:pathLst>
                <a:path w="1632394" h="2432304">
                  <a:moveTo>
                    <a:pt x="0" y="0"/>
                  </a:moveTo>
                  <a:lnTo>
                    <a:pt x="1632394" y="0"/>
                  </a:lnTo>
                  <a:lnTo>
                    <a:pt x="1632394" y="2432304"/>
                  </a:lnTo>
                  <a:lnTo>
                    <a:pt x="0" y="2432304"/>
                  </a:lnTo>
                  <a:lnTo>
                    <a:pt x="0" y="2197227"/>
                  </a:lnTo>
                  <a:lnTo>
                    <a:pt x="1395412" y="2197227"/>
                  </a:lnTo>
                  <a:lnTo>
                    <a:pt x="1395412" y="101727"/>
                  </a:lnTo>
                  <a:lnTo>
                    <a:pt x="0" y="101727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Shape 17437">
              <a:extLst>
                <a:ext uri="{FF2B5EF4-FFF2-40B4-BE49-F238E27FC236}">
                  <a16:creationId xmlns:a16="http://schemas.microsoft.com/office/drawing/2014/main" id="{160132F1-71C0-ADB0-2B68-2F7164DE4297}"/>
                </a:ext>
              </a:extLst>
            </p:cNvPr>
            <p:cNvSpPr/>
            <p:nvPr/>
          </p:nvSpPr>
          <p:spPr>
            <a:xfrm>
              <a:off x="114300" y="1847849"/>
              <a:ext cx="2809875" cy="2114550"/>
            </a:xfrm>
            <a:custGeom>
              <a:avLst/>
              <a:gdLst/>
              <a:ahLst/>
              <a:cxnLst/>
              <a:rect l="0" t="0" r="0" b="0"/>
              <a:pathLst>
                <a:path w="2809875" h="2114550">
                  <a:moveTo>
                    <a:pt x="0" y="0"/>
                  </a:moveTo>
                  <a:lnTo>
                    <a:pt x="2809875" y="0"/>
                  </a:lnTo>
                  <a:lnTo>
                    <a:pt x="2809875" y="2114550"/>
                  </a:lnTo>
                  <a:lnTo>
                    <a:pt x="0" y="2114550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1B6AB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C54F18A-664D-4420-5B95-9F773DC665FE}"/>
                </a:ext>
              </a:extLst>
            </p:cNvPr>
            <p:cNvSpPr/>
            <p:nvPr/>
          </p:nvSpPr>
          <p:spPr>
            <a:xfrm>
              <a:off x="238125" y="1921593"/>
              <a:ext cx="936758" cy="16676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Year,</a:t>
              </a:r>
              <a:r>
                <a:rPr lang="en-US" sz="1200" kern="100" spc="5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Month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E0A05A0-3F68-27A2-2112-83A3834E986C}"/>
                </a:ext>
              </a:extLst>
            </p:cNvPr>
            <p:cNvSpPr/>
            <p:nvPr/>
          </p:nvSpPr>
          <p:spPr>
            <a:xfrm>
              <a:off x="2686050" y="1895474"/>
              <a:ext cx="152019" cy="15201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 baseline="30000">
                  <a:solidFill>
                    <a:srgbClr val="5D5C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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96BBE99-58F4-E333-8099-418FE443055F}"/>
                </a:ext>
              </a:extLst>
            </p:cNvPr>
            <p:cNvSpPr/>
            <p:nvPr/>
          </p:nvSpPr>
          <p:spPr>
            <a:xfrm>
              <a:off x="238125" y="212407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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F23CBFB-0753-D1F0-889D-974B39159368}"/>
                </a:ext>
              </a:extLst>
            </p:cNvPr>
            <p:cNvSpPr/>
            <p:nvPr/>
          </p:nvSpPr>
          <p:spPr>
            <a:xfrm>
              <a:off x="466725" y="2133599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61EFB56-53BA-5753-6CFD-D77A285329D6}"/>
                </a:ext>
              </a:extLst>
            </p:cNvPr>
            <p:cNvSpPr/>
            <p:nvPr/>
          </p:nvSpPr>
          <p:spPr>
            <a:xfrm>
              <a:off x="695325" y="2155998"/>
              <a:ext cx="437055" cy="19843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2013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7F7A610-5533-39CF-C639-FD7614166436}"/>
                </a:ext>
              </a:extLst>
            </p:cNvPr>
            <p:cNvSpPr/>
            <p:nvPr/>
          </p:nvSpPr>
          <p:spPr>
            <a:xfrm>
              <a:off x="238125" y="2400300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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6A40E5B-AE6A-3245-F106-06A5F3D268B3}"/>
                </a:ext>
              </a:extLst>
            </p:cNvPr>
            <p:cNvSpPr/>
            <p:nvPr/>
          </p:nvSpPr>
          <p:spPr>
            <a:xfrm>
              <a:off x="466725" y="2409825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2CD6CA9-6763-48DB-FB05-A972527232AD}"/>
                </a:ext>
              </a:extLst>
            </p:cNvPr>
            <p:cNvSpPr/>
            <p:nvPr/>
          </p:nvSpPr>
          <p:spPr>
            <a:xfrm>
              <a:off x="695325" y="2432223"/>
              <a:ext cx="437055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2014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9" name="Shape 17442">
              <a:extLst>
                <a:ext uri="{FF2B5EF4-FFF2-40B4-BE49-F238E27FC236}">
                  <a16:creationId xmlns:a16="http://schemas.microsoft.com/office/drawing/2014/main" id="{C13E0983-CB27-66D9-9319-017298820366}"/>
                </a:ext>
              </a:extLst>
            </p:cNvPr>
            <p:cNvSpPr/>
            <p:nvPr/>
          </p:nvSpPr>
          <p:spPr>
            <a:xfrm>
              <a:off x="3676650" y="561974"/>
              <a:ext cx="3971925" cy="600075"/>
            </a:xfrm>
            <a:custGeom>
              <a:avLst/>
              <a:gdLst/>
              <a:ahLst/>
              <a:cxnLst/>
              <a:rect l="0" t="0" r="0" b="0"/>
              <a:pathLst>
                <a:path w="3971925" h="600075">
                  <a:moveTo>
                    <a:pt x="0" y="0"/>
                  </a:moveTo>
                  <a:lnTo>
                    <a:pt x="3971925" y="0"/>
                  </a:lnTo>
                  <a:lnTo>
                    <a:pt x="3971925" y="600075"/>
                  </a:lnTo>
                  <a:lnTo>
                    <a:pt x="0" y="60007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85D08DD-D0D7-8C10-EF41-FBE16AA14D9A}"/>
                </a:ext>
              </a:extLst>
            </p:cNvPr>
            <p:cNvSpPr/>
            <p:nvPr/>
          </p:nvSpPr>
          <p:spPr>
            <a:xfrm>
              <a:off x="5207942" y="620632"/>
              <a:ext cx="1209129" cy="376105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31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Slicer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71" name="Shape 17445">
              <a:extLst>
                <a:ext uri="{FF2B5EF4-FFF2-40B4-BE49-F238E27FC236}">
                  <a16:creationId xmlns:a16="http://schemas.microsoft.com/office/drawing/2014/main" id="{F3836851-F354-264A-C253-F9E08F1DE31B}"/>
                </a:ext>
              </a:extLst>
            </p:cNvPr>
            <p:cNvSpPr/>
            <p:nvPr/>
          </p:nvSpPr>
          <p:spPr>
            <a:xfrm>
              <a:off x="7524749" y="1019174"/>
              <a:ext cx="76200" cy="95250"/>
            </a:xfrm>
            <a:custGeom>
              <a:avLst/>
              <a:gdLst/>
              <a:ahLst/>
              <a:cxnLst/>
              <a:rect l="0" t="0" r="0" b="0"/>
              <a:pathLst>
                <a:path w="76200" h="95250">
                  <a:moveTo>
                    <a:pt x="0" y="0"/>
                  </a:moveTo>
                  <a:lnTo>
                    <a:pt x="76200" y="0"/>
                  </a:lnTo>
                  <a:lnTo>
                    <a:pt x="76200" y="95250"/>
                  </a:lnTo>
                  <a:lnTo>
                    <a:pt x="0" y="95250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C8C8C8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197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495A3B6-96A5-DE88-8886-F12FDCB044F1}"/>
              </a:ext>
            </a:extLst>
          </p:cNvPr>
          <p:cNvGrpSpPr/>
          <p:nvPr/>
        </p:nvGrpSpPr>
        <p:grpSpPr>
          <a:xfrm>
            <a:off x="1553498" y="648929"/>
            <a:ext cx="8927690" cy="5555225"/>
            <a:chOff x="0" y="0"/>
            <a:chExt cx="12192000" cy="6857999"/>
          </a:xfrm>
        </p:grpSpPr>
        <p:sp>
          <p:nvSpPr>
            <p:cNvPr id="3" name="Shape 151">
              <a:extLst>
                <a:ext uri="{FF2B5EF4-FFF2-40B4-BE49-F238E27FC236}">
                  <a16:creationId xmlns:a16="http://schemas.microsoft.com/office/drawing/2014/main" id="{25AB07A1-B69F-1C73-1EC2-173D235BBBB4}"/>
                </a:ext>
              </a:extLst>
            </p:cNvPr>
            <p:cNvSpPr/>
            <p:nvPr/>
          </p:nvSpPr>
          <p:spPr>
            <a:xfrm>
              <a:off x="0" y="320039"/>
              <a:ext cx="6096000" cy="1222248"/>
            </a:xfrm>
            <a:custGeom>
              <a:avLst/>
              <a:gdLst/>
              <a:ahLst/>
              <a:cxnLst/>
              <a:rect l="0" t="0" r="0" b="0"/>
              <a:pathLst>
                <a:path w="6096000" h="1222248">
                  <a:moveTo>
                    <a:pt x="0" y="0"/>
                  </a:moveTo>
                  <a:lnTo>
                    <a:pt x="6096000" y="0"/>
                  </a:lnTo>
                  <a:lnTo>
                    <a:pt x="6096000" y="13335"/>
                  </a:lnTo>
                  <a:lnTo>
                    <a:pt x="9525" y="13335"/>
                  </a:lnTo>
                  <a:lnTo>
                    <a:pt x="9525" y="1203960"/>
                  </a:lnTo>
                  <a:lnTo>
                    <a:pt x="6096000" y="1203960"/>
                  </a:lnTo>
                  <a:lnTo>
                    <a:pt x="6096000" y="1222248"/>
                  </a:lnTo>
                  <a:lnTo>
                    <a:pt x="0" y="1222248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098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" name="Shape 152">
              <a:extLst>
                <a:ext uri="{FF2B5EF4-FFF2-40B4-BE49-F238E27FC236}">
                  <a16:creationId xmlns:a16="http://schemas.microsoft.com/office/drawing/2014/main" id="{81B30E72-815E-41B0-BAFE-7BC4E0195F82}"/>
                </a:ext>
              </a:extLst>
            </p:cNvPr>
            <p:cNvSpPr/>
            <p:nvPr/>
          </p:nvSpPr>
          <p:spPr>
            <a:xfrm>
              <a:off x="6096000" y="320039"/>
              <a:ext cx="6096000" cy="1222248"/>
            </a:xfrm>
            <a:custGeom>
              <a:avLst/>
              <a:gdLst/>
              <a:ahLst/>
              <a:cxnLst/>
              <a:rect l="0" t="0" r="0" b="0"/>
              <a:pathLst>
                <a:path w="6096000" h="1222248">
                  <a:moveTo>
                    <a:pt x="0" y="0"/>
                  </a:moveTo>
                  <a:lnTo>
                    <a:pt x="6096000" y="0"/>
                  </a:lnTo>
                  <a:lnTo>
                    <a:pt x="6096000" y="1222248"/>
                  </a:lnTo>
                  <a:lnTo>
                    <a:pt x="0" y="1222248"/>
                  </a:lnTo>
                  <a:lnTo>
                    <a:pt x="0" y="1203960"/>
                  </a:lnTo>
                  <a:lnTo>
                    <a:pt x="6086475" y="1203960"/>
                  </a:lnTo>
                  <a:lnTo>
                    <a:pt x="6086475" y="13335"/>
                  </a:lnTo>
                  <a:lnTo>
                    <a:pt x="0" y="13335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098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Shape 153">
              <a:extLst>
                <a:ext uri="{FF2B5EF4-FFF2-40B4-BE49-F238E27FC236}">
                  <a16:creationId xmlns:a16="http://schemas.microsoft.com/office/drawing/2014/main" id="{3B63BAE0-A487-8462-586F-09F84905E270}"/>
                </a:ext>
              </a:extLst>
            </p:cNvPr>
            <p:cNvSpPr/>
            <p:nvPr/>
          </p:nvSpPr>
          <p:spPr>
            <a:xfrm>
              <a:off x="0" y="329183"/>
              <a:ext cx="6096000" cy="1267968"/>
            </a:xfrm>
            <a:custGeom>
              <a:avLst/>
              <a:gdLst/>
              <a:ahLst/>
              <a:cxnLst/>
              <a:rect l="0" t="0" r="0" b="0"/>
              <a:pathLst>
                <a:path w="6096000" h="1267968">
                  <a:moveTo>
                    <a:pt x="0" y="0"/>
                  </a:moveTo>
                  <a:lnTo>
                    <a:pt x="6096000" y="0"/>
                  </a:lnTo>
                  <a:lnTo>
                    <a:pt x="6096000" y="4191"/>
                  </a:lnTo>
                  <a:lnTo>
                    <a:pt x="9525" y="4191"/>
                  </a:lnTo>
                  <a:lnTo>
                    <a:pt x="9525" y="1194816"/>
                  </a:lnTo>
                  <a:lnTo>
                    <a:pt x="6096000" y="1194816"/>
                  </a:lnTo>
                  <a:lnTo>
                    <a:pt x="6096000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294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Shape 154">
              <a:extLst>
                <a:ext uri="{FF2B5EF4-FFF2-40B4-BE49-F238E27FC236}">
                  <a16:creationId xmlns:a16="http://schemas.microsoft.com/office/drawing/2014/main" id="{7031B4CE-527E-7505-3858-BAE8F71D7588}"/>
                </a:ext>
              </a:extLst>
            </p:cNvPr>
            <p:cNvSpPr/>
            <p:nvPr/>
          </p:nvSpPr>
          <p:spPr>
            <a:xfrm>
              <a:off x="6096000" y="329183"/>
              <a:ext cx="6096000" cy="1267968"/>
            </a:xfrm>
            <a:custGeom>
              <a:avLst/>
              <a:gdLst/>
              <a:ahLst/>
              <a:cxnLst/>
              <a:rect l="0" t="0" r="0" b="0"/>
              <a:pathLst>
                <a:path w="6096000" h="1267968">
                  <a:moveTo>
                    <a:pt x="0" y="0"/>
                  </a:moveTo>
                  <a:lnTo>
                    <a:pt x="6096000" y="0"/>
                  </a:lnTo>
                  <a:lnTo>
                    <a:pt x="6096000" y="1267968"/>
                  </a:lnTo>
                  <a:lnTo>
                    <a:pt x="0" y="1267968"/>
                  </a:lnTo>
                  <a:lnTo>
                    <a:pt x="0" y="1194816"/>
                  </a:lnTo>
                  <a:lnTo>
                    <a:pt x="6086475" y="1194816"/>
                  </a:lnTo>
                  <a:lnTo>
                    <a:pt x="6086475" y="4191"/>
                  </a:lnTo>
                  <a:lnTo>
                    <a:pt x="0" y="4191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294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Shape 17466">
              <a:extLst>
                <a:ext uri="{FF2B5EF4-FFF2-40B4-BE49-F238E27FC236}">
                  <a16:creationId xmlns:a16="http://schemas.microsoft.com/office/drawing/2014/main" id="{9085A4E3-9DCE-2361-9078-5E52EDEA9DD5}"/>
                </a:ext>
              </a:extLst>
            </p:cNvPr>
            <p:cNvSpPr/>
            <p:nvPr/>
          </p:nvSpPr>
          <p:spPr>
            <a:xfrm>
              <a:off x="0" y="323849"/>
              <a:ext cx="12191999" cy="1209675"/>
            </a:xfrm>
            <a:custGeom>
              <a:avLst/>
              <a:gdLst/>
              <a:ahLst/>
              <a:cxnLst/>
              <a:rect l="0" t="0" r="0" b="0"/>
              <a:pathLst>
                <a:path w="12191999" h="1209675">
                  <a:moveTo>
                    <a:pt x="0" y="0"/>
                  </a:moveTo>
                  <a:lnTo>
                    <a:pt x="12191999" y="0"/>
                  </a:lnTo>
                  <a:lnTo>
                    <a:pt x="12191999" y="1209675"/>
                  </a:lnTo>
                  <a:lnTo>
                    <a:pt x="0" y="120967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3F2F1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E6EE41F-A9F9-A9FC-9F32-BA300BA1D0CD}"/>
                </a:ext>
              </a:extLst>
            </p:cNvPr>
            <p:cNvSpPr/>
            <p:nvPr/>
          </p:nvSpPr>
          <p:spPr>
            <a:xfrm>
              <a:off x="5653087" y="126335"/>
              <a:ext cx="1177776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Power BI Desktop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" name="Shape 17467">
              <a:extLst>
                <a:ext uri="{FF2B5EF4-FFF2-40B4-BE49-F238E27FC236}">
                  <a16:creationId xmlns:a16="http://schemas.microsoft.com/office/drawing/2014/main" id="{6E0C2F6A-958C-7F00-CD07-04601AC9E876}"/>
                </a:ext>
              </a:extLst>
            </p:cNvPr>
            <p:cNvSpPr/>
            <p:nvPr/>
          </p:nvSpPr>
          <p:spPr>
            <a:xfrm>
              <a:off x="0" y="0"/>
              <a:ext cx="12191999" cy="6857999"/>
            </a:xfrm>
            <a:custGeom>
              <a:avLst/>
              <a:gdLst/>
              <a:ahLst/>
              <a:cxnLst/>
              <a:rect l="0" t="0" r="0" b="0"/>
              <a:pathLst>
                <a:path w="12191999" h="6857999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0" name="Shape 160">
              <a:extLst>
                <a:ext uri="{FF2B5EF4-FFF2-40B4-BE49-F238E27FC236}">
                  <a16:creationId xmlns:a16="http://schemas.microsoft.com/office/drawing/2014/main" id="{B9AE34E0-1251-A774-A4AB-D4E880355944}"/>
                </a:ext>
              </a:extLst>
            </p:cNvPr>
            <p:cNvSpPr/>
            <p:nvPr/>
          </p:nvSpPr>
          <p:spPr>
            <a:xfrm>
              <a:off x="2630423" y="621791"/>
              <a:ext cx="3456050" cy="5300471"/>
            </a:xfrm>
            <a:custGeom>
              <a:avLst/>
              <a:gdLst/>
              <a:ahLst/>
              <a:cxnLst/>
              <a:rect l="0" t="0" r="0" b="0"/>
              <a:pathLst>
                <a:path w="3456050" h="5300471">
                  <a:moveTo>
                    <a:pt x="0" y="0"/>
                  </a:moveTo>
                  <a:lnTo>
                    <a:pt x="3456050" y="0"/>
                  </a:lnTo>
                  <a:lnTo>
                    <a:pt x="3456050" y="102108"/>
                  </a:lnTo>
                  <a:lnTo>
                    <a:pt x="103251" y="102108"/>
                  </a:lnTo>
                  <a:lnTo>
                    <a:pt x="103251" y="5064632"/>
                  </a:lnTo>
                  <a:lnTo>
                    <a:pt x="3456050" y="5064632"/>
                  </a:lnTo>
                  <a:lnTo>
                    <a:pt x="3456050" y="5300471"/>
                  </a:lnTo>
                  <a:lnTo>
                    <a:pt x="0" y="5300471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Shape 161">
              <a:extLst>
                <a:ext uri="{FF2B5EF4-FFF2-40B4-BE49-F238E27FC236}">
                  <a16:creationId xmlns:a16="http://schemas.microsoft.com/office/drawing/2014/main" id="{70B08AFE-B2A1-D4DD-015E-3651D85F9F6A}"/>
                </a:ext>
              </a:extLst>
            </p:cNvPr>
            <p:cNvSpPr/>
            <p:nvPr/>
          </p:nvSpPr>
          <p:spPr>
            <a:xfrm>
              <a:off x="6086474" y="621791"/>
              <a:ext cx="3587876" cy="5300471"/>
            </a:xfrm>
            <a:custGeom>
              <a:avLst/>
              <a:gdLst/>
              <a:ahLst/>
              <a:cxnLst/>
              <a:rect l="0" t="0" r="0" b="0"/>
              <a:pathLst>
                <a:path w="3587876" h="5300471">
                  <a:moveTo>
                    <a:pt x="0" y="0"/>
                  </a:moveTo>
                  <a:lnTo>
                    <a:pt x="3587876" y="0"/>
                  </a:lnTo>
                  <a:lnTo>
                    <a:pt x="3587876" y="5300471"/>
                  </a:lnTo>
                  <a:lnTo>
                    <a:pt x="0" y="5300471"/>
                  </a:lnTo>
                  <a:lnTo>
                    <a:pt x="0" y="5064632"/>
                  </a:lnTo>
                  <a:lnTo>
                    <a:pt x="3352799" y="5064632"/>
                  </a:lnTo>
                  <a:lnTo>
                    <a:pt x="3352799" y="102108"/>
                  </a:lnTo>
                  <a:lnTo>
                    <a:pt x="0" y="102108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Shape 17468">
              <a:extLst>
                <a:ext uri="{FF2B5EF4-FFF2-40B4-BE49-F238E27FC236}">
                  <a16:creationId xmlns:a16="http://schemas.microsoft.com/office/drawing/2014/main" id="{FA154B56-FC39-663C-C709-EF24713D457C}"/>
                </a:ext>
              </a:extLst>
            </p:cNvPr>
            <p:cNvSpPr/>
            <p:nvPr/>
          </p:nvSpPr>
          <p:spPr>
            <a:xfrm>
              <a:off x="2724150" y="714374"/>
              <a:ext cx="6724649" cy="4981575"/>
            </a:xfrm>
            <a:custGeom>
              <a:avLst/>
              <a:gdLst/>
              <a:ahLst/>
              <a:cxnLst/>
              <a:rect l="0" t="0" r="0" b="0"/>
              <a:pathLst>
                <a:path w="6724649" h="4981575">
                  <a:moveTo>
                    <a:pt x="0" y="0"/>
                  </a:moveTo>
                  <a:lnTo>
                    <a:pt x="6724649" y="0"/>
                  </a:lnTo>
                  <a:lnTo>
                    <a:pt x="6724649" y="4981575"/>
                  </a:lnTo>
                  <a:lnTo>
                    <a:pt x="0" y="498157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14E219D-2520-6FC2-BBC4-C8909F4820D0}"/>
                </a:ext>
              </a:extLst>
            </p:cNvPr>
            <p:cNvSpPr/>
            <p:nvPr/>
          </p:nvSpPr>
          <p:spPr>
            <a:xfrm>
              <a:off x="5309294" y="742743"/>
              <a:ext cx="2066954" cy="21156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Segment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Contribution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4" name="Shape 164">
              <a:extLst>
                <a:ext uri="{FF2B5EF4-FFF2-40B4-BE49-F238E27FC236}">
                  <a16:creationId xmlns:a16="http://schemas.microsoft.com/office/drawing/2014/main" id="{3C898738-ED60-0E1C-B2EC-C731A911A5F2}"/>
                </a:ext>
              </a:extLst>
            </p:cNvPr>
            <p:cNvSpPr/>
            <p:nvPr/>
          </p:nvSpPr>
          <p:spPr>
            <a:xfrm>
              <a:off x="5505450" y="1681815"/>
              <a:ext cx="1613967" cy="3122512"/>
            </a:xfrm>
            <a:custGeom>
              <a:avLst/>
              <a:gdLst/>
              <a:ahLst/>
              <a:cxnLst/>
              <a:rect l="0" t="0" r="0" b="0"/>
              <a:pathLst>
                <a:path w="1613967" h="3122512">
                  <a:moveTo>
                    <a:pt x="0" y="0"/>
                  </a:moveTo>
                  <a:cubicBezTo>
                    <a:pt x="23359" y="0"/>
                    <a:pt x="46707" y="507"/>
                    <a:pt x="70044" y="1521"/>
                  </a:cubicBezTo>
                  <a:cubicBezTo>
                    <a:pt x="93381" y="2535"/>
                    <a:pt x="116685" y="4054"/>
                    <a:pt x="139955" y="6080"/>
                  </a:cubicBezTo>
                  <a:cubicBezTo>
                    <a:pt x="163226" y="8106"/>
                    <a:pt x="186443" y="10636"/>
                    <a:pt x="209603" y="13670"/>
                  </a:cubicBezTo>
                  <a:cubicBezTo>
                    <a:pt x="232765" y="16703"/>
                    <a:pt x="255849" y="20238"/>
                    <a:pt x="278857" y="24274"/>
                  </a:cubicBezTo>
                  <a:cubicBezTo>
                    <a:pt x="301864" y="28311"/>
                    <a:pt x="324773" y="32845"/>
                    <a:pt x="347584" y="37875"/>
                  </a:cubicBezTo>
                  <a:cubicBezTo>
                    <a:pt x="370395" y="42906"/>
                    <a:pt x="393086" y="48430"/>
                    <a:pt x="415656" y="54446"/>
                  </a:cubicBezTo>
                  <a:cubicBezTo>
                    <a:pt x="438228" y="60463"/>
                    <a:pt x="460657" y="66966"/>
                    <a:pt x="482945" y="73956"/>
                  </a:cubicBezTo>
                  <a:cubicBezTo>
                    <a:pt x="505234" y="80946"/>
                    <a:pt x="527360" y="88417"/>
                    <a:pt x="549324" y="96368"/>
                  </a:cubicBezTo>
                  <a:cubicBezTo>
                    <a:pt x="571288" y="104319"/>
                    <a:pt x="593070" y="112743"/>
                    <a:pt x="614668" y="121640"/>
                  </a:cubicBezTo>
                  <a:cubicBezTo>
                    <a:pt x="636266" y="130537"/>
                    <a:pt x="657661" y="139898"/>
                    <a:pt x="678853" y="149724"/>
                  </a:cubicBezTo>
                  <a:cubicBezTo>
                    <a:pt x="700045" y="159550"/>
                    <a:pt x="721013" y="169831"/>
                    <a:pt x="741759" y="180567"/>
                  </a:cubicBezTo>
                  <a:cubicBezTo>
                    <a:pt x="762504" y="191304"/>
                    <a:pt x="783007" y="202485"/>
                    <a:pt x="803267" y="214112"/>
                  </a:cubicBezTo>
                  <a:cubicBezTo>
                    <a:pt x="823527" y="225738"/>
                    <a:pt x="843525" y="237799"/>
                    <a:pt x="863261" y="250294"/>
                  </a:cubicBezTo>
                  <a:cubicBezTo>
                    <a:pt x="882997" y="262789"/>
                    <a:pt x="902452" y="275706"/>
                    <a:pt x="921628" y="289046"/>
                  </a:cubicBezTo>
                  <a:cubicBezTo>
                    <a:pt x="940803" y="302386"/>
                    <a:pt x="959680" y="316136"/>
                    <a:pt x="978258" y="330295"/>
                  </a:cubicBezTo>
                  <a:cubicBezTo>
                    <a:pt x="996836" y="344455"/>
                    <a:pt x="1015098" y="359011"/>
                    <a:pt x="1033044" y="373963"/>
                  </a:cubicBezTo>
                  <a:cubicBezTo>
                    <a:pt x="1050991" y="388916"/>
                    <a:pt x="1068603" y="404251"/>
                    <a:pt x="1085884" y="419968"/>
                  </a:cubicBezTo>
                  <a:cubicBezTo>
                    <a:pt x="1103164" y="435685"/>
                    <a:pt x="1120095" y="451770"/>
                    <a:pt x="1136677" y="468222"/>
                  </a:cubicBezTo>
                  <a:cubicBezTo>
                    <a:pt x="1153259" y="484675"/>
                    <a:pt x="1169476" y="501479"/>
                    <a:pt x="1185328" y="518636"/>
                  </a:cubicBezTo>
                  <a:cubicBezTo>
                    <a:pt x="1201180" y="535793"/>
                    <a:pt x="1216652" y="553286"/>
                    <a:pt x="1231745" y="571114"/>
                  </a:cubicBezTo>
                  <a:cubicBezTo>
                    <a:pt x="1246838" y="588943"/>
                    <a:pt x="1261536" y="607090"/>
                    <a:pt x="1275840" y="625557"/>
                  </a:cubicBezTo>
                  <a:cubicBezTo>
                    <a:pt x="1290145" y="644024"/>
                    <a:pt x="1304042" y="662792"/>
                    <a:pt x="1317532" y="681862"/>
                  </a:cubicBezTo>
                  <a:cubicBezTo>
                    <a:pt x="1331021" y="700932"/>
                    <a:pt x="1344091" y="720286"/>
                    <a:pt x="1356739" y="739924"/>
                  </a:cubicBezTo>
                  <a:cubicBezTo>
                    <a:pt x="1369388" y="759562"/>
                    <a:pt x="1381605" y="779465"/>
                    <a:pt x="1393391" y="799633"/>
                  </a:cubicBezTo>
                  <a:cubicBezTo>
                    <a:pt x="1405175" y="819801"/>
                    <a:pt x="1416517" y="840216"/>
                    <a:pt x="1427416" y="860876"/>
                  </a:cubicBezTo>
                  <a:cubicBezTo>
                    <a:pt x="1438313" y="881537"/>
                    <a:pt x="1448759" y="902425"/>
                    <a:pt x="1458750" y="923539"/>
                  </a:cubicBezTo>
                  <a:cubicBezTo>
                    <a:pt x="1468742" y="944653"/>
                    <a:pt x="1478270" y="965974"/>
                    <a:pt x="1487336" y="987502"/>
                  </a:cubicBezTo>
                  <a:cubicBezTo>
                    <a:pt x="1496401" y="1009030"/>
                    <a:pt x="1504995" y="1030745"/>
                    <a:pt x="1513118" y="1052646"/>
                  </a:cubicBezTo>
                  <a:cubicBezTo>
                    <a:pt x="1521241" y="1074547"/>
                    <a:pt x="1528885" y="1096614"/>
                    <a:pt x="1536049" y="1118847"/>
                  </a:cubicBezTo>
                  <a:cubicBezTo>
                    <a:pt x="1543214" y="1141080"/>
                    <a:pt x="1549893" y="1163458"/>
                    <a:pt x="1556085" y="1185981"/>
                  </a:cubicBezTo>
                  <a:cubicBezTo>
                    <a:pt x="1562278" y="1208504"/>
                    <a:pt x="1567979" y="1231151"/>
                    <a:pt x="1573189" y="1253922"/>
                  </a:cubicBezTo>
                  <a:cubicBezTo>
                    <a:pt x="1578398" y="1276693"/>
                    <a:pt x="1583111" y="1299566"/>
                    <a:pt x="1587327" y="1322541"/>
                  </a:cubicBezTo>
                  <a:cubicBezTo>
                    <a:pt x="1591544" y="1345516"/>
                    <a:pt x="1595259" y="1368572"/>
                    <a:pt x="1598474" y="1391709"/>
                  </a:cubicBezTo>
                  <a:cubicBezTo>
                    <a:pt x="1601690" y="1414845"/>
                    <a:pt x="1604401" y="1438041"/>
                    <a:pt x="1606609" y="1461295"/>
                  </a:cubicBezTo>
                  <a:cubicBezTo>
                    <a:pt x="1608816" y="1484549"/>
                    <a:pt x="1610518" y="1507841"/>
                    <a:pt x="1611715" y="1531169"/>
                  </a:cubicBezTo>
                  <a:cubicBezTo>
                    <a:pt x="1612911" y="1554497"/>
                    <a:pt x="1613601" y="1577841"/>
                    <a:pt x="1613784" y="1601199"/>
                  </a:cubicBezTo>
                  <a:cubicBezTo>
                    <a:pt x="1613967" y="1624557"/>
                    <a:pt x="1613643" y="1647908"/>
                    <a:pt x="1612812" y="1671252"/>
                  </a:cubicBezTo>
                  <a:cubicBezTo>
                    <a:pt x="1611981" y="1694597"/>
                    <a:pt x="1610643" y="1717911"/>
                    <a:pt x="1608800" y="1741198"/>
                  </a:cubicBezTo>
                  <a:cubicBezTo>
                    <a:pt x="1606957" y="1764484"/>
                    <a:pt x="1604609" y="1787719"/>
                    <a:pt x="1601756" y="1810903"/>
                  </a:cubicBezTo>
                  <a:cubicBezTo>
                    <a:pt x="1598904" y="1834087"/>
                    <a:pt x="1595550" y="1857198"/>
                    <a:pt x="1591694" y="1880237"/>
                  </a:cubicBezTo>
                  <a:cubicBezTo>
                    <a:pt x="1587838" y="1903275"/>
                    <a:pt x="1583484" y="1926219"/>
                    <a:pt x="1578631" y="1949069"/>
                  </a:cubicBezTo>
                  <a:cubicBezTo>
                    <a:pt x="1573779" y="1971918"/>
                    <a:pt x="1568433" y="1994652"/>
                    <a:pt x="1562593" y="2017269"/>
                  </a:cubicBezTo>
                  <a:cubicBezTo>
                    <a:pt x="1556754" y="2039886"/>
                    <a:pt x="1550427" y="2062366"/>
                    <a:pt x="1543612" y="2084708"/>
                  </a:cubicBezTo>
                  <a:cubicBezTo>
                    <a:pt x="1536796" y="2107051"/>
                    <a:pt x="1529499" y="2129235"/>
                    <a:pt x="1521720" y="2151261"/>
                  </a:cubicBezTo>
                  <a:cubicBezTo>
                    <a:pt x="1513941" y="2173286"/>
                    <a:pt x="1505688" y="2195133"/>
                    <a:pt x="1496960" y="2216800"/>
                  </a:cubicBezTo>
                  <a:cubicBezTo>
                    <a:pt x="1488233" y="2238468"/>
                    <a:pt x="1479040" y="2259935"/>
                    <a:pt x="1469380" y="2281204"/>
                  </a:cubicBezTo>
                  <a:cubicBezTo>
                    <a:pt x="1459720" y="2302472"/>
                    <a:pt x="1449603" y="2323520"/>
                    <a:pt x="1439030" y="2344349"/>
                  </a:cubicBezTo>
                  <a:cubicBezTo>
                    <a:pt x="1428456" y="2365177"/>
                    <a:pt x="1417436" y="2385767"/>
                    <a:pt x="1405968" y="2406117"/>
                  </a:cubicBezTo>
                  <a:cubicBezTo>
                    <a:pt x="1394501" y="2426468"/>
                    <a:pt x="1382597" y="2446559"/>
                    <a:pt x="1370256" y="2466393"/>
                  </a:cubicBezTo>
                  <a:cubicBezTo>
                    <a:pt x="1357916" y="2486226"/>
                    <a:pt x="1345152" y="2505782"/>
                    <a:pt x="1331963" y="2525062"/>
                  </a:cubicBezTo>
                  <a:cubicBezTo>
                    <a:pt x="1318773" y="2544341"/>
                    <a:pt x="1305172" y="2563324"/>
                    <a:pt x="1291158" y="2582013"/>
                  </a:cubicBezTo>
                  <a:cubicBezTo>
                    <a:pt x="1277144" y="2600701"/>
                    <a:pt x="1262732" y="2619077"/>
                    <a:pt x="1247920" y="2637139"/>
                  </a:cubicBezTo>
                  <a:cubicBezTo>
                    <a:pt x="1233109" y="2655202"/>
                    <a:pt x="1217912" y="2672935"/>
                    <a:pt x="1202331" y="2690337"/>
                  </a:cubicBezTo>
                  <a:cubicBezTo>
                    <a:pt x="1186749" y="2707740"/>
                    <a:pt x="1170797" y="2724797"/>
                    <a:pt x="1154476" y="2741507"/>
                  </a:cubicBezTo>
                  <a:cubicBezTo>
                    <a:pt x="1138153" y="2758217"/>
                    <a:pt x="1121476" y="2774565"/>
                    <a:pt x="1104444" y="2790551"/>
                  </a:cubicBezTo>
                  <a:cubicBezTo>
                    <a:pt x="1087412" y="2806537"/>
                    <a:pt x="1070041" y="2822145"/>
                    <a:pt x="1052332" y="2837377"/>
                  </a:cubicBezTo>
                  <a:cubicBezTo>
                    <a:pt x="1034622" y="2852609"/>
                    <a:pt x="1016590" y="2867449"/>
                    <a:pt x="998236" y="2881897"/>
                  </a:cubicBezTo>
                  <a:cubicBezTo>
                    <a:pt x="979881" y="2896346"/>
                    <a:pt x="961222" y="2910390"/>
                    <a:pt x="942258" y="2924028"/>
                  </a:cubicBezTo>
                  <a:cubicBezTo>
                    <a:pt x="923294" y="2937667"/>
                    <a:pt x="904043" y="2950887"/>
                    <a:pt x="884505" y="2963689"/>
                  </a:cubicBezTo>
                  <a:cubicBezTo>
                    <a:pt x="864967" y="2976492"/>
                    <a:pt x="845160" y="2988864"/>
                    <a:pt x="825085" y="3000807"/>
                  </a:cubicBezTo>
                  <a:cubicBezTo>
                    <a:pt x="805009" y="3012749"/>
                    <a:pt x="784684" y="3024250"/>
                    <a:pt x="764110" y="3035310"/>
                  </a:cubicBezTo>
                  <a:cubicBezTo>
                    <a:pt x="743535" y="3046370"/>
                    <a:pt x="722730" y="3056978"/>
                    <a:pt x="701695" y="3067135"/>
                  </a:cubicBezTo>
                  <a:cubicBezTo>
                    <a:pt x="680659" y="3077291"/>
                    <a:pt x="659414" y="3086986"/>
                    <a:pt x="637957" y="3096220"/>
                  </a:cubicBezTo>
                  <a:cubicBezTo>
                    <a:pt x="616501" y="3105454"/>
                    <a:pt x="594854" y="3114218"/>
                    <a:pt x="573017" y="3122512"/>
                  </a:cubicBezTo>
                  <a:lnTo>
                    <a:pt x="343810" y="2519041"/>
                  </a:lnTo>
                  <a:cubicBezTo>
                    <a:pt x="370027" y="2509083"/>
                    <a:pt x="395763" y="2498008"/>
                    <a:pt x="421017" y="2485814"/>
                  </a:cubicBezTo>
                  <a:cubicBezTo>
                    <a:pt x="446271" y="2473621"/>
                    <a:pt x="470949" y="2460355"/>
                    <a:pt x="495051" y="2446017"/>
                  </a:cubicBezTo>
                  <a:cubicBezTo>
                    <a:pt x="519152" y="2431680"/>
                    <a:pt x="542587" y="2416324"/>
                    <a:pt x="565355" y="2399950"/>
                  </a:cubicBezTo>
                  <a:cubicBezTo>
                    <a:pt x="588122" y="2383576"/>
                    <a:pt x="610137" y="2366246"/>
                    <a:pt x="631399" y="2347960"/>
                  </a:cubicBezTo>
                  <a:cubicBezTo>
                    <a:pt x="652661" y="2329673"/>
                    <a:pt x="673089" y="2310499"/>
                    <a:pt x="692685" y="2290437"/>
                  </a:cubicBezTo>
                  <a:cubicBezTo>
                    <a:pt x="712281" y="2270376"/>
                    <a:pt x="730970" y="2249502"/>
                    <a:pt x="748752" y="2227817"/>
                  </a:cubicBezTo>
                  <a:cubicBezTo>
                    <a:pt x="766534" y="2206131"/>
                    <a:pt x="783343" y="2183716"/>
                    <a:pt x="799177" y="2160570"/>
                  </a:cubicBezTo>
                  <a:cubicBezTo>
                    <a:pt x="815012" y="2137424"/>
                    <a:pt x="829813" y="2113635"/>
                    <a:pt x="843581" y="2089204"/>
                  </a:cubicBezTo>
                  <a:cubicBezTo>
                    <a:pt x="857348" y="2064772"/>
                    <a:pt x="870031" y="2039789"/>
                    <a:pt x="881628" y="2014255"/>
                  </a:cubicBezTo>
                  <a:cubicBezTo>
                    <a:pt x="893225" y="1988722"/>
                    <a:pt x="903693" y="1962733"/>
                    <a:pt x="913032" y="1936290"/>
                  </a:cubicBezTo>
                  <a:cubicBezTo>
                    <a:pt x="922370" y="1909847"/>
                    <a:pt x="930545" y="1883048"/>
                    <a:pt x="937556" y="1855895"/>
                  </a:cubicBezTo>
                  <a:cubicBezTo>
                    <a:pt x="944567" y="1828741"/>
                    <a:pt x="950387" y="1801335"/>
                    <a:pt x="955016" y="1773676"/>
                  </a:cubicBezTo>
                  <a:cubicBezTo>
                    <a:pt x="959646" y="1746016"/>
                    <a:pt x="963066" y="1718208"/>
                    <a:pt x="965279" y="1690252"/>
                  </a:cubicBezTo>
                  <a:cubicBezTo>
                    <a:pt x="967493" y="1662295"/>
                    <a:pt x="968490" y="1634296"/>
                    <a:pt x="968270" y="1606253"/>
                  </a:cubicBezTo>
                  <a:cubicBezTo>
                    <a:pt x="968051" y="1578210"/>
                    <a:pt x="966616" y="1550229"/>
                    <a:pt x="963965" y="1522311"/>
                  </a:cubicBezTo>
                  <a:cubicBezTo>
                    <a:pt x="961314" y="1494392"/>
                    <a:pt x="957458" y="1466641"/>
                    <a:pt x="952396" y="1439058"/>
                  </a:cubicBezTo>
                  <a:cubicBezTo>
                    <a:pt x="947334" y="1411474"/>
                    <a:pt x="941086" y="1384163"/>
                    <a:pt x="933651" y="1357122"/>
                  </a:cubicBezTo>
                  <a:cubicBezTo>
                    <a:pt x="926216" y="1330082"/>
                    <a:pt x="917623" y="1303415"/>
                    <a:pt x="907871" y="1277121"/>
                  </a:cubicBezTo>
                  <a:cubicBezTo>
                    <a:pt x="898119" y="1250827"/>
                    <a:pt x="887245" y="1225006"/>
                    <a:pt x="875249" y="1199657"/>
                  </a:cubicBezTo>
                  <a:cubicBezTo>
                    <a:pt x="863255" y="1174308"/>
                    <a:pt x="850183" y="1149526"/>
                    <a:pt x="836034" y="1125313"/>
                  </a:cubicBezTo>
                  <a:cubicBezTo>
                    <a:pt x="821885" y="1101100"/>
                    <a:pt x="806713" y="1077546"/>
                    <a:pt x="790518" y="1054651"/>
                  </a:cubicBezTo>
                  <a:cubicBezTo>
                    <a:pt x="774324" y="1031756"/>
                    <a:pt x="757166" y="1009606"/>
                    <a:pt x="739046" y="988202"/>
                  </a:cubicBezTo>
                  <a:cubicBezTo>
                    <a:pt x="720927" y="966798"/>
                    <a:pt x="701913" y="946219"/>
                    <a:pt x="682006" y="926467"/>
                  </a:cubicBezTo>
                  <a:cubicBezTo>
                    <a:pt x="662098" y="906715"/>
                    <a:pt x="641372" y="887863"/>
                    <a:pt x="619826" y="869911"/>
                  </a:cubicBezTo>
                  <a:cubicBezTo>
                    <a:pt x="598281" y="851960"/>
                    <a:pt x="575997" y="834977"/>
                    <a:pt x="552976" y="818961"/>
                  </a:cubicBezTo>
                  <a:cubicBezTo>
                    <a:pt x="529955" y="802946"/>
                    <a:pt x="506283" y="787959"/>
                    <a:pt x="481960" y="774000"/>
                  </a:cubicBezTo>
                  <a:cubicBezTo>
                    <a:pt x="457636" y="760042"/>
                    <a:pt x="432754" y="747164"/>
                    <a:pt x="407312" y="735368"/>
                  </a:cubicBezTo>
                  <a:cubicBezTo>
                    <a:pt x="381869" y="723571"/>
                    <a:pt x="355964" y="712900"/>
                    <a:pt x="329595" y="703354"/>
                  </a:cubicBezTo>
                  <a:cubicBezTo>
                    <a:pt x="303225" y="693808"/>
                    <a:pt x="276492" y="685424"/>
                    <a:pt x="249394" y="678201"/>
                  </a:cubicBezTo>
                  <a:cubicBezTo>
                    <a:pt x="222296" y="670978"/>
                    <a:pt x="194936" y="664944"/>
                    <a:pt x="167314" y="660098"/>
                  </a:cubicBezTo>
                  <a:cubicBezTo>
                    <a:pt x="139692" y="655252"/>
                    <a:pt x="111911" y="651614"/>
                    <a:pt x="83973" y="649182"/>
                  </a:cubicBezTo>
                  <a:cubicBezTo>
                    <a:pt x="56035" y="646750"/>
                    <a:pt x="28044" y="645533"/>
                    <a:pt x="0" y="645533"/>
                  </a:cubicBez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9A33A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Shape 165">
              <a:extLst>
                <a:ext uri="{FF2B5EF4-FFF2-40B4-BE49-F238E27FC236}">
                  <a16:creationId xmlns:a16="http://schemas.microsoft.com/office/drawing/2014/main" id="{A8008BF2-B8EC-1329-7119-74F6A72D53FA}"/>
                </a:ext>
              </a:extLst>
            </p:cNvPr>
            <p:cNvSpPr/>
            <p:nvPr/>
          </p:nvSpPr>
          <p:spPr>
            <a:xfrm>
              <a:off x="3891220" y="2800921"/>
              <a:ext cx="2187247" cy="2108902"/>
            </a:xfrm>
            <a:custGeom>
              <a:avLst/>
              <a:gdLst/>
              <a:ahLst/>
              <a:cxnLst/>
              <a:rect l="0" t="0" r="0" b="0"/>
              <a:pathLst>
                <a:path w="2187247" h="2108902">
                  <a:moveTo>
                    <a:pt x="78098" y="0"/>
                  </a:moveTo>
                  <a:lnTo>
                    <a:pt x="692550" y="197891"/>
                  </a:lnTo>
                  <a:cubicBezTo>
                    <a:pt x="685605" y="219458"/>
                    <a:pt x="679424" y="241240"/>
                    <a:pt x="674007" y="263241"/>
                  </a:cubicBezTo>
                  <a:cubicBezTo>
                    <a:pt x="668591" y="285240"/>
                    <a:pt x="663952" y="307403"/>
                    <a:pt x="660091" y="329729"/>
                  </a:cubicBezTo>
                  <a:cubicBezTo>
                    <a:pt x="656231" y="352054"/>
                    <a:pt x="653157" y="374488"/>
                    <a:pt x="650871" y="397029"/>
                  </a:cubicBezTo>
                  <a:cubicBezTo>
                    <a:pt x="648585" y="419571"/>
                    <a:pt x="647092" y="442164"/>
                    <a:pt x="646392" y="464810"/>
                  </a:cubicBezTo>
                  <a:cubicBezTo>
                    <a:pt x="645692" y="487457"/>
                    <a:pt x="645787" y="510099"/>
                    <a:pt x="646676" y="532739"/>
                  </a:cubicBezTo>
                  <a:cubicBezTo>
                    <a:pt x="647565" y="555379"/>
                    <a:pt x="649247" y="577959"/>
                    <a:pt x="651721" y="600480"/>
                  </a:cubicBezTo>
                  <a:cubicBezTo>
                    <a:pt x="654196" y="623002"/>
                    <a:pt x="657457" y="645409"/>
                    <a:pt x="661504" y="667701"/>
                  </a:cubicBezTo>
                  <a:cubicBezTo>
                    <a:pt x="665552" y="689994"/>
                    <a:pt x="670375" y="712117"/>
                    <a:pt x="675976" y="734071"/>
                  </a:cubicBezTo>
                  <a:cubicBezTo>
                    <a:pt x="681576" y="756025"/>
                    <a:pt x="687939" y="777755"/>
                    <a:pt x="695065" y="799262"/>
                  </a:cubicBezTo>
                  <a:cubicBezTo>
                    <a:pt x="702191" y="820770"/>
                    <a:pt x="710061" y="842001"/>
                    <a:pt x="718677" y="862955"/>
                  </a:cubicBezTo>
                  <a:cubicBezTo>
                    <a:pt x="727294" y="883910"/>
                    <a:pt x="736633" y="904537"/>
                    <a:pt x="746697" y="924837"/>
                  </a:cubicBezTo>
                  <a:cubicBezTo>
                    <a:pt x="756761" y="945136"/>
                    <a:pt x="767525" y="965057"/>
                    <a:pt x="778987" y="984600"/>
                  </a:cubicBezTo>
                  <a:cubicBezTo>
                    <a:pt x="790449" y="1004144"/>
                    <a:pt x="802583" y="1023262"/>
                    <a:pt x="815387" y="1041953"/>
                  </a:cubicBezTo>
                  <a:cubicBezTo>
                    <a:pt x="828191" y="1060645"/>
                    <a:pt x="841635" y="1078866"/>
                    <a:pt x="855718" y="1096614"/>
                  </a:cubicBezTo>
                  <a:cubicBezTo>
                    <a:pt x="869802" y="1114362"/>
                    <a:pt x="884490" y="1131595"/>
                    <a:pt x="899783" y="1148312"/>
                  </a:cubicBezTo>
                  <a:cubicBezTo>
                    <a:pt x="915076" y="1165029"/>
                    <a:pt x="930936" y="1181189"/>
                    <a:pt x="947364" y="1196793"/>
                  </a:cubicBezTo>
                  <a:cubicBezTo>
                    <a:pt x="963791" y="1212397"/>
                    <a:pt x="980745" y="1227406"/>
                    <a:pt x="998226" y="1241819"/>
                  </a:cubicBezTo>
                  <a:cubicBezTo>
                    <a:pt x="1015707" y="1256233"/>
                    <a:pt x="1033672" y="1270016"/>
                    <a:pt x="1052120" y="1283169"/>
                  </a:cubicBezTo>
                  <a:cubicBezTo>
                    <a:pt x="1070569" y="1296321"/>
                    <a:pt x="1089456" y="1308811"/>
                    <a:pt x="1108781" y="1320638"/>
                  </a:cubicBezTo>
                  <a:cubicBezTo>
                    <a:pt x="1128106" y="1332464"/>
                    <a:pt x="1147822" y="1343599"/>
                    <a:pt x="1167929" y="1354042"/>
                  </a:cubicBezTo>
                  <a:cubicBezTo>
                    <a:pt x="1188036" y="1364485"/>
                    <a:pt x="1208484" y="1374210"/>
                    <a:pt x="1229273" y="1383218"/>
                  </a:cubicBezTo>
                  <a:cubicBezTo>
                    <a:pt x="1250063" y="1392226"/>
                    <a:pt x="1271142" y="1400493"/>
                    <a:pt x="1292512" y="1408021"/>
                  </a:cubicBezTo>
                  <a:cubicBezTo>
                    <a:pt x="1313882" y="1415549"/>
                    <a:pt x="1335489" y="1422318"/>
                    <a:pt x="1357335" y="1428329"/>
                  </a:cubicBezTo>
                  <a:cubicBezTo>
                    <a:pt x="1379179" y="1434340"/>
                    <a:pt x="1401208" y="1439578"/>
                    <a:pt x="1423421" y="1444043"/>
                  </a:cubicBezTo>
                  <a:cubicBezTo>
                    <a:pt x="1445634" y="1448507"/>
                    <a:pt x="1467976" y="1452188"/>
                    <a:pt x="1490447" y="1455084"/>
                  </a:cubicBezTo>
                  <a:cubicBezTo>
                    <a:pt x="1512918" y="1457980"/>
                    <a:pt x="1535463" y="1460085"/>
                    <a:pt x="1558082" y="1461399"/>
                  </a:cubicBezTo>
                  <a:cubicBezTo>
                    <a:pt x="1580700" y="1462713"/>
                    <a:pt x="1603337" y="1463232"/>
                    <a:pt x="1625993" y="1462957"/>
                  </a:cubicBezTo>
                  <a:cubicBezTo>
                    <a:pt x="1648648" y="1462682"/>
                    <a:pt x="1671266" y="1461613"/>
                    <a:pt x="1693846" y="1459750"/>
                  </a:cubicBezTo>
                  <a:cubicBezTo>
                    <a:pt x="1716426" y="1457887"/>
                    <a:pt x="1738913" y="1455235"/>
                    <a:pt x="1761308" y="1451794"/>
                  </a:cubicBezTo>
                  <a:cubicBezTo>
                    <a:pt x="1783702" y="1448352"/>
                    <a:pt x="1805948" y="1444130"/>
                    <a:pt x="1828045" y="1439127"/>
                  </a:cubicBezTo>
                  <a:cubicBezTo>
                    <a:pt x="1850143" y="1434124"/>
                    <a:pt x="1872038" y="1428352"/>
                    <a:pt x="1893731" y="1421813"/>
                  </a:cubicBezTo>
                  <a:cubicBezTo>
                    <a:pt x="1915423" y="1415273"/>
                    <a:pt x="1936859" y="1407980"/>
                    <a:pt x="1958040" y="1399936"/>
                  </a:cubicBezTo>
                  <a:lnTo>
                    <a:pt x="2187247" y="2003406"/>
                  </a:lnTo>
                  <a:cubicBezTo>
                    <a:pt x="2151946" y="2016815"/>
                    <a:pt x="2116218" y="2028968"/>
                    <a:pt x="2080064" y="2039869"/>
                  </a:cubicBezTo>
                  <a:cubicBezTo>
                    <a:pt x="2043910" y="2050768"/>
                    <a:pt x="2007418" y="2060387"/>
                    <a:pt x="1970589" y="2068726"/>
                  </a:cubicBezTo>
                  <a:cubicBezTo>
                    <a:pt x="1933759" y="2077064"/>
                    <a:pt x="1896683" y="2084101"/>
                    <a:pt x="1859359" y="2089837"/>
                  </a:cubicBezTo>
                  <a:cubicBezTo>
                    <a:pt x="1822036" y="2095573"/>
                    <a:pt x="1784557" y="2099993"/>
                    <a:pt x="1746923" y="2103098"/>
                  </a:cubicBezTo>
                  <a:cubicBezTo>
                    <a:pt x="1709290" y="2106203"/>
                    <a:pt x="1671593" y="2107984"/>
                    <a:pt x="1633834" y="2108443"/>
                  </a:cubicBezTo>
                  <a:cubicBezTo>
                    <a:pt x="1596076" y="2108902"/>
                    <a:pt x="1558348" y="2108036"/>
                    <a:pt x="1520649" y="2105847"/>
                  </a:cubicBezTo>
                  <a:cubicBezTo>
                    <a:pt x="1482951" y="2103657"/>
                    <a:pt x="1445376" y="2100149"/>
                    <a:pt x="1407925" y="2095321"/>
                  </a:cubicBezTo>
                  <a:cubicBezTo>
                    <a:pt x="1370473" y="2090494"/>
                    <a:pt x="1333237" y="2084360"/>
                    <a:pt x="1296215" y="2076919"/>
                  </a:cubicBezTo>
                  <a:cubicBezTo>
                    <a:pt x="1259194" y="2069478"/>
                    <a:pt x="1222479" y="2060748"/>
                    <a:pt x="1186071" y="2050730"/>
                  </a:cubicBezTo>
                  <a:cubicBezTo>
                    <a:pt x="1149662" y="2040711"/>
                    <a:pt x="1113650" y="2029429"/>
                    <a:pt x="1078034" y="2016882"/>
                  </a:cubicBezTo>
                  <a:cubicBezTo>
                    <a:pt x="1042417" y="2004336"/>
                    <a:pt x="1007285" y="1990557"/>
                    <a:pt x="972635" y="1975544"/>
                  </a:cubicBezTo>
                  <a:cubicBezTo>
                    <a:pt x="937986" y="1960532"/>
                    <a:pt x="903906" y="1944323"/>
                    <a:pt x="870395" y="1926918"/>
                  </a:cubicBezTo>
                  <a:cubicBezTo>
                    <a:pt x="836883" y="1909514"/>
                    <a:pt x="804023" y="1890956"/>
                    <a:pt x="771815" y="1871244"/>
                  </a:cubicBezTo>
                  <a:cubicBezTo>
                    <a:pt x="739606" y="1851533"/>
                    <a:pt x="708128" y="1830717"/>
                    <a:pt x="677380" y="1808795"/>
                  </a:cubicBezTo>
                  <a:cubicBezTo>
                    <a:pt x="646633" y="1786874"/>
                    <a:pt x="616692" y="1763902"/>
                    <a:pt x="587557" y="1739880"/>
                  </a:cubicBezTo>
                  <a:cubicBezTo>
                    <a:pt x="558422" y="1715857"/>
                    <a:pt x="530165" y="1690842"/>
                    <a:pt x="502786" y="1664836"/>
                  </a:cubicBezTo>
                  <a:cubicBezTo>
                    <a:pt x="475407" y="1638829"/>
                    <a:pt x="448973" y="1611895"/>
                    <a:pt x="423485" y="1584034"/>
                  </a:cubicBezTo>
                  <a:cubicBezTo>
                    <a:pt x="397997" y="1556172"/>
                    <a:pt x="373516" y="1527451"/>
                    <a:pt x="350044" y="1497870"/>
                  </a:cubicBezTo>
                  <a:cubicBezTo>
                    <a:pt x="326572" y="1468290"/>
                    <a:pt x="304166" y="1437924"/>
                    <a:pt x="282825" y="1406770"/>
                  </a:cubicBezTo>
                  <a:cubicBezTo>
                    <a:pt x="261484" y="1375617"/>
                    <a:pt x="241262" y="1343754"/>
                    <a:pt x="222158" y="1311182"/>
                  </a:cubicBezTo>
                  <a:cubicBezTo>
                    <a:pt x="203054" y="1278609"/>
                    <a:pt x="185115" y="1245407"/>
                    <a:pt x="168342" y="1211575"/>
                  </a:cubicBezTo>
                  <a:cubicBezTo>
                    <a:pt x="151569" y="1177743"/>
                    <a:pt x="136003" y="1143365"/>
                    <a:pt x="121642" y="1108440"/>
                  </a:cubicBezTo>
                  <a:cubicBezTo>
                    <a:pt x="107282" y="1073516"/>
                    <a:pt x="94164" y="1038130"/>
                    <a:pt x="82288" y="1002285"/>
                  </a:cubicBezTo>
                  <a:cubicBezTo>
                    <a:pt x="70412" y="966440"/>
                    <a:pt x="59807" y="930222"/>
                    <a:pt x="50473" y="893632"/>
                  </a:cubicBezTo>
                  <a:cubicBezTo>
                    <a:pt x="41139" y="857042"/>
                    <a:pt x="33100" y="820171"/>
                    <a:pt x="26354" y="783016"/>
                  </a:cubicBezTo>
                  <a:cubicBezTo>
                    <a:pt x="19608" y="745862"/>
                    <a:pt x="14174" y="708517"/>
                    <a:pt x="10049" y="670982"/>
                  </a:cubicBezTo>
                  <a:cubicBezTo>
                    <a:pt x="5925" y="633445"/>
                    <a:pt x="3122" y="595812"/>
                    <a:pt x="1639" y="558079"/>
                  </a:cubicBezTo>
                  <a:cubicBezTo>
                    <a:pt x="157" y="520347"/>
                    <a:pt x="0" y="482609"/>
                    <a:pt x="1167" y="444865"/>
                  </a:cubicBezTo>
                  <a:cubicBezTo>
                    <a:pt x="2333" y="407121"/>
                    <a:pt x="4821" y="369465"/>
                    <a:pt x="8632" y="331896"/>
                  </a:cubicBezTo>
                  <a:cubicBezTo>
                    <a:pt x="12442" y="294327"/>
                    <a:pt x="17564" y="256939"/>
                    <a:pt x="23999" y="219729"/>
                  </a:cubicBezTo>
                  <a:cubicBezTo>
                    <a:pt x="30433" y="182520"/>
                    <a:pt x="38164" y="145582"/>
                    <a:pt x="47192" y="108915"/>
                  </a:cubicBezTo>
                  <a:cubicBezTo>
                    <a:pt x="56219" y="72249"/>
                    <a:pt x="66522" y="35944"/>
                    <a:pt x="78098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D386D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Shape 166">
              <a:extLst>
                <a:ext uri="{FF2B5EF4-FFF2-40B4-BE49-F238E27FC236}">
                  <a16:creationId xmlns:a16="http://schemas.microsoft.com/office/drawing/2014/main" id="{7BEB2E32-E46B-FF13-0CBC-95B550BDCDCE}"/>
                </a:ext>
              </a:extLst>
            </p:cNvPr>
            <p:cNvSpPr/>
            <p:nvPr/>
          </p:nvSpPr>
          <p:spPr>
            <a:xfrm>
              <a:off x="3969318" y="1721187"/>
              <a:ext cx="1323551" cy="1277625"/>
            </a:xfrm>
            <a:custGeom>
              <a:avLst/>
              <a:gdLst/>
              <a:ahLst/>
              <a:cxnLst/>
              <a:rect l="0" t="0" r="0" b="0"/>
              <a:pathLst>
                <a:path w="1323551" h="1277625">
                  <a:moveTo>
                    <a:pt x="1181831" y="0"/>
                  </a:moveTo>
                  <a:lnTo>
                    <a:pt x="1323551" y="629785"/>
                  </a:lnTo>
                  <a:cubicBezTo>
                    <a:pt x="1282641" y="638990"/>
                    <a:pt x="1242499" y="650804"/>
                    <a:pt x="1203124" y="665225"/>
                  </a:cubicBezTo>
                  <a:cubicBezTo>
                    <a:pt x="1163748" y="679647"/>
                    <a:pt x="1125471" y="696554"/>
                    <a:pt x="1088293" y="715948"/>
                  </a:cubicBezTo>
                  <a:cubicBezTo>
                    <a:pt x="1051114" y="735342"/>
                    <a:pt x="1015346" y="757060"/>
                    <a:pt x="980989" y="781101"/>
                  </a:cubicBezTo>
                  <a:cubicBezTo>
                    <a:pt x="946632" y="805142"/>
                    <a:pt x="913974" y="831304"/>
                    <a:pt x="883016" y="859588"/>
                  </a:cubicBezTo>
                  <a:cubicBezTo>
                    <a:pt x="852058" y="887872"/>
                    <a:pt x="823059" y="918039"/>
                    <a:pt x="796020" y="950090"/>
                  </a:cubicBezTo>
                  <a:cubicBezTo>
                    <a:pt x="768981" y="982141"/>
                    <a:pt x="744129" y="1015807"/>
                    <a:pt x="721464" y="1051087"/>
                  </a:cubicBezTo>
                  <a:cubicBezTo>
                    <a:pt x="698799" y="1086367"/>
                    <a:pt x="678511" y="1122964"/>
                    <a:pt x="660601" y="1160880"/>
                  </a:cubicBezTo>
                  <a:cubicBezTo>
                    <a:pt x="642690" y="1198796"/>
                    <a:pt x="627307" y="1237711"/>
                    <a:pt x="614453" y="1277625"/>
                  </a:cubicBezTo>
                  <a:lnTo>
                    <a:pt x="0" y="1079733"/>
                  </a:lnTo>
                  <a:cubicBezTo>
                    <a:pt x="10701" y="1046507"/>
                    <a:pt x="22468" y="1013662"/>
                    <a:pt x="35300" y="981199"/>
                  </a:cubicBezTo>
                  <a:cubicBezTo>
                    <a:pt x="48132" y="948735"/>
                    <a:pt x="62003" y="916722"/>
                    <a:pt x="76913" y="885159"/>
                  </a:cubicBezTo>
                  <a:cubicBezTo>
                    <a:pt x="91822" y="853596"/>
                    <a:pt x="107740" y="822549"/>
                    <a:pt x="124664" y="792019"/>
                  </a:cubicBezTo>
                  <a:cubicBezTo>
                    <a:pt x="141588" y="761489"/>
                    <a:pt x="159484" y="731539"/>
                    <a:pt x="178352" y="702170"/>
                  </a:cubicBezTo>
                  <a:cubicBezTo>
                    <a:pt x="197220" y="672801"/>
                    <a:pt x="217019" y="644075"/>
                    <a:pt x="237751" y="615991"/>
                  </a:cubicBezTo>
                  <a:cubicBezTo>
                    <a:pt x="258483" y="587907"/>
                    <a:pt x="280103" y="560524"/>
                    <a:pt x="302612" y="533843"/>
                  </a:cubicBezTo>
                  <a:cubicBezTo>
                    <a:pt x="325121" y="507162"/>
                    <a:pt x="348471" y="481238"/>
                    <a:pt x="372662" y="456072"/>
                  </a:cubicBezTo>
                  <a:cubicBezTo>
                    <a:pt x="396853" y="430906"/>
                    <a:pt x="421834" y="406550"/>
                    <a:pt x="447605" y="383005"/>
                  </a:cubicBezTo>
                  <a:cubicBezTo>
                    <a:pt x="473377" y="359460"/>
                    <a:pt x="499884" y="336776"/>
                    <a:pt x="527127" y="314951"/>
                  </a:cubicBezTo>
                  <a:cubicBezTo>
                    <a:pt x="554370" y="293126"/>
                    <a:pt x="582292" y="272207"/>
                    <a:pt x="610893" y="252194"/>
                  </a:cubicBezTo>
                  <a:cubicBezTo>
                    <a:pt x="639494" y="232181"/>
                    <a:pt x="668713" y="213116"/>
                    <a:pt x="698552" y="194999"/>
                  </a:cubicBezTo>
                  <a:cubicBezTo>
                    <a:pt x="728390" y="176882"/>
                    <a:pt x="758783" y="159751"/>
                    <a:pt x="789733" y="143606"/>
                  </a:cubicBezTo>
                  <a:cubicBezTo>
                    <a:pt x="820682" y="127462"/>
                    <a:pt x="852123" y="112337"/>
                    <a:pt x="884054" y="98232"/>
                  </a:cubicBezTo>
                  <a:cubicBezTo>
                    <a:pt x="915985" y="84128"/>
                    <a:pt x="948339" y="71073"/>
                    <a:pt x="981118" y="59068"/>
                  </a:cubicBezTo>
                  <a:cubicBezTo>
                    <a:pt x="1013896" y="47063"/>
                    <a:pt x="1047028" y="36133"/>
                    <a:pt x="1080516" y="26278"/>
                  </a:cubicBezTo>
                  <a:cubicBezTo>
                    <a:pt x="1114003" y="16423"/>
                    <a:pt x="1147775" y="7664"/>
                    <a:pt x="1181831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D8F21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Shape 167">
              <a:extLst>
                <a:ext uri="{FF2B5EF4-FFF2-40B4-BE49-F238E27FC236}">
                  <a16:creationId xmlns:a16="http://schemas.microsoft.com/office/drawing/2014/main" id="{AABB40A5-A121-5884-6169-900D7450611E}"/>
                </a:ext>
              </a:extLst>
            </p:cNvPr>
            <p:cNvSpPr/>
            <p:nvPr/>
          </p:nvSpPr>
          <p:spPr>
            <a:xfrm>
              <a:off x="5151148" y="1689136"/>
              <a:ext cx="262172" cy="661835"/>
            </a:xfrm>
            <a:custGeom>
              <a:avLst/>
              <a:gdLst/>
              <a:ahLst/>
              <a:cxnLst/>
              <a:rect l="0" t="0" r="0" b="0"/>
              <a:pathLst>
                <a:path w="262172" h="661835">
                  <a:moveTo>
                    <a:pt x="200752" y="0"/>
                  </a:moveTo>
                  <a:lnTo>
                    <a:pt x="262172" y="642605"/>
                  </a:lnTo>
                  <a:cubicBezTo>
                    <a:pt x="221617" y="646482"/>
                    <a:pt x="181466" y="652892"/>
                    <a:pt x="141721" y="661835"/>
                  </a:cubicBezTo>
                  <a:lnTo>
                    <a:pt x="0" y="32051"/>
                  </a:lnTo>
                  <a:cubicBezTo>
                    <a:pt x="66243" y="17144"/>
                    <a:pt x="133160" y="6461"/>
                    <a:pt x="200752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7B1C2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Shape 168">
              <a:extLst>
                <a:ext uri="{FF2B5EF4-FFF2-40B4-BE49-F238E27FC236}">
                  <a16:creationId xmlns:a16="http://schemas.microsoft.com/office/drawing/2014/main" id="{751E5E77-0F47-CD8F-2C6A-59B08A93F04D}"/>
                </a:ext>
              </a:extLst>
            </p:cNvPr>
            <p:cNvSpPr/>
            <p:nvPr/>
          </p:nvSpPr>
          <p:spPr>
            <a:xfrm>
              <a:off x="5351900" y="1681815"/>
              <a:ext cx="153550" cy="649926"/>
            </a:xfrm>
            <a:custGeom>
              <a:avLst/>
              <a:gdLst/>
              <a:ahLst/>
              <a:cxnLst/>
              <a:rect l="0" t="0" r="0" b="0"/>
              <a:pathLst>
                <a:path w="153550" h="649926">
                  <a:moveTo>
                    <a:pt x="153550" y="0"/>
                  </a:moveTo>
                  <a:lnTo>
                    <a:pt x="153550" y="645533"/>
                  </a:lnTo>
                  <a:cubicBezTo>
                    <a:pt x="122770" y="645533"/>
                    <a:pt x="92060" y="646998"/>
                    <a:pt x="61420" y="649926"/>
                  </a:cubicBezTo>
                  <a:lnTo>
                    <a:pt x="0" y="7321"/>
                  </a:lnTo>
                  <a:cubicBezTo>
                    <a:pt x="51066" y="2441"/>
                    <a:pt x="102250" y="0"/>
                    <a:pt x="153550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C97D2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Shape 169">
              <a:extLst>
                <a:ext uri="{FF2B5EF4-FFF2-40B4-BE49-F238E27FC236}">
                  <a16:creationId xmlns:a16="http://schemas.microsoft.com/office/drawing/2014/main" id="{FE194A61-72D3-6E3F-A1D3-98FD1B03619F}"/>
                </a:ext>
              </a:extLst>
            </p:cNvPr>
            <p:cNvSpPr/>
            <p:nvPr/>
          </p:nvSpPr>
          <p:spPr>
            <a:xfrm>
              <a:off x="6564321" y="1900795"/>
              <a:ext cx="217604" cy="123987"/>
            </a:xfrm>
            <a:custGeom>
              <a:avLst/>
              <a:gdLst/>
              <a:ahLst/>
              <a:cxnLst/>
              <a:rect l="0" t="0" r="0" b="0"/>
              <a:pathLst>
                <a:path w="217604" h="123987">
                  <a:moveTo>
                    <a:pt x="0" y="123987"/>
                  </a:moveTo>
                  <a:lnTo>
                    <a:pt x="103304" y="0"/>
                  </a:lnTo>
                  <a:lnTo>
                    <a:pt x="217604" y="0"/>
                  </a:lnTo>
                </a:path>
              </a:pathLst>
            </a:custGeom>
            <a:ln w="9525" cap="rnd">
              <a:miter lim="100000"/>
            </a:ln>
          </p:spPr>
          <p:style>
            <a:lnRef idx="1">
              <a:srgbClr val="5D5C60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Shape 170">
              <a:extLst>
                <a:ext uri="{FF2B5EF4-FFF2-40B4-BE49-F238E27FC236}">
                  <a16:creationId xmlns:a16="http://schemas.microsoft.com/office/drawing/2014/main" id="{9C4FA2D0-EC7D-1A68-9E4A-49CE35C69C53}"/>
                </a:ext>
              </a:extLst>
            </p:cNvPr>
            <p:cNvSpPr/>
            <p:nvPr/>
          </p:nvSpPr>
          <p:spPr>
            <a:xfrm>
              <a:off x="4140775" y="4495010"/>
              <a:ext cx="225444" cy="117011"/>
            </a:xfrm>
            <a:custGeom>
              <a:avLst/>
              <a:gdLst/>
              <a:ahLst/>
              <a:cxnLst/>
              <a:rect l="0" t="0" r="0" b="0"/>
              <a:pathLst>
                <a:path w="225444" h="117011">
                  <a:moveTo>
                    <a:pt x="225444" y="0"/>
                  </a:moveTo>
                  <a:lnTo>
                    <a:pt x="114300" y="117011"/>
                  </a:lnTo>
                  <a:lnTo>
                    <a:pt x="0" y="117011"/>
                  </a:lnTo>
                </a:path>
              </a:pathLst>
            </a:custGeom>
            <a:ln w="9525" cap="rnd">
              <a:miter lim="100000"/>
            </a:ln>
          </p:spPr>
          <p:style>
            <a:lnRef idx="1">
              <a:srgbClr val="5D5C60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Shape 171">
              <a:extLst>
                <a:ext uri="{FF2B5EF4-FFF2-40B4-BE49-F238E27FC236}">
                  <a16:creationId xmlns:a16="http://schemas.microsoft.com/office/drawing/2014/main" id="{6489C97B-93FF-AA8C-3ADC-E73613F778AC}"/>
                </a:ext>
              </a:extLst>
            </p:cNvPr>
            <p:cNvSpPr/>
            <p:nvPr/>
          </p:nvSpPr>
          <p:spPr>
            <a:xfrm>
              <a:off x="4166557" y="1955261"/>
              <a:ext cx="223153" cy="119146"/>
            </a:xfrm>
            <a:custGeom>
              <a:avLst/>
              <a:gdLst/>
              <a:ahLst/>
              <a:cxnLst/>
              <a:rect l="0" t="0" r="0" b="0"/>
              <a:pathLst>
                <a:path w="223153" h="119146">
                  <a:moveTo>
                    <a:pt x="223153" y="119146"/>
                  </a:moveTo>
                  <a:lnTo>
                    <a:pt x="114300" y="0"/>
                  </a:lnTo>
                  <a:lnTo>
                    <a:pt x="0" y="0"/>
                  </a:lnTo>
                </a:path>
              </a:pathLst>
            </a:custGeom>
            <a:ln w="9525" cap="rnd">
              <a:miter lim="100000"/>
            </a:ln>
          </p:spPr>
          <p:style>
            <a:lnRef idx="1">
              <a:srgbClr val="5D5C60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Shape 172">
              <a:extLst>
                <a:ext uri="{FF2B5EF4-FFF2-40B4-BE49-F238E27FC236}">
                  <a16:creationId xmlns:a16="http://schemas.microsoft.com/office/drawing/2014/main" id="{38A11905-1055-C49A-BBBA-670E2109CAD0}"/>
                </a:ext>
              </a:extLst>
            </p:cNvPr>
            <p:cNvSpPr/>
            <p:nvPr/>
          </p:nvSpPr>
          <p:spPr>
            <a:xfrm>
              <a:off x="5104915" y="1502791"/>
              <a:ext cx="139743" cy="159365"/>
            </a:xfrm>
            <a:custGeom>
              <a:avLst/>
              <a:gdLst/>
              <a:ahLst/>
              <a:cxnLst/>
              <a:rect l="0" t="0" r="0" b="0"/>
              <a:pathLst>
                <a:path w="139743" h="159365">
                  <a:moveTo>
                    <a:pt x="139743" y="159365"/>
                  </a:moveTo>
                  <a:lnTo>
                    <a:pt x="114300" y="0"/>
                  </a:lnTo>
                  <a:lnTo>
                    <a:pt x="0" y="0"/>
                  </a:lnTo>
                </a:path>
              </a:pathLst>
            </a:custGeom>
            <a:ln w="9525" cap="rnd">
              <a:miter lim="100000"/>
            </a:ln>
          </p:spPr>
          <p:style>
            <a:lnRef idx="1">
              <a:srgbClr val="5D5C60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C4D70FF-2551-2A7A-3100-ABE500766ECC}"/>
                </a:ext>
              </a:extLst>
            </p:cNvPr>
            <p:cNvSpPr/>
            <p:nvPr/>
          </p:nvSpPr>
          <p:spPr>
            <a:xfrm>
              <a:off x="6820024" y="1865206"/>
              <a:ext cx="278800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52.5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7FB233C-D255-BABA-C2BF-AF56D71BECD3}"/>
                </a:ext>
              </a:extLst>
            </p:cNvPr>
            <p:cNvSpPr/>
            <p:nvPr/>
          </p:nvSpPr>
          <p:spPr>
            <a:xfrm>
              <a:off x="7029649" y="1865206"/>
              <a:ext cx="709175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M (44.22%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9B92E9B-7830-C0CC-7EAC-B455895588C7}"/>
                </a:ext>
              </a:extLst>
            </p:cNvPr>
            <p:cNvSpPr/>
            <p:nvPr/>
          </p:nvSpPr>
          <p:spPr>
            <a:xfrm>
              <a:off x="7562863" y="1865206"/>
              <a:ext cx="45873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AEF1A14-8EC9-F1BC-A48A-3C2D5FC2A8D4}"/>
                </a:ext>
              </a:extLst>
            </p:cNvPr>
            <p:cNvSpPr/>
            <p:nvPr/>
          </p:nvSpPr>
          <p:spPr>
            <a:xfrm>
              <a:off x="4068185" y="4576432"/>
              <a:ext cx="45873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7460591-D469-A65D-5035-84F2E0CC656E}"/>
                </a:ext>
              </a:extLst>
            </p:cNvPr>
            <p:cNvSpPr/>
            <p:nvPr/>
          </p:nvSpPr>
          <p:spPr>
            <a:xfrm>
              <a:off x="3263731" y="4576432"/>
              <a:ext cx="360748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42.43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2A7EF4D-1E4B-5F3C-EE91-60A870C1160E}"/>
                </a:ext>
              </a:extLst>
            </p:cNvPr>
            <p:cNvSpPr/>
            <p:nvPr/>
          </p:nvSpPr>
          <p:spPr>
            <a:xfrm>
              <a:off x="3534970" y="4576432"/>
              <a:ext cx="709175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M (35.74%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F836FBC-0282-0744-7C69-19BE3251E610}"/>
                </a:ext>
              </a:extLst>
            </p:cNvPr>
            <p:cNvSpPr/>
            <p:nvPr/>
          </p:nvSpPr>
          <p:spPr>
            <a:xfrm>
              <a:off x="4093966" y="1919672"/>
              <a:ext cx="45873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D432FB6-79F3-217D-5628-77CC62F9E62F}"/>
                </a:ext>
              </a:extLst>
            </p:cNvPr>
            <p:cNvSpPr/>
            <p:nvPr/>
          </p:nvSpPr>
          <p:spPr>
            <a:xfrm>
              <a:off x="3289513" y="1919672"/>
              <a:ext cx="360748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19.61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AEB34B5-4655-EA71-FDD0-D84C6FD866B7}"/>
                </a:ext>
              </a:extLst>
            </p:cNvPr>
            <p:cNvSpPr/>
            <p:nvPr/>
          </p:nvSpPr>
          <p:spPr>
            <a:xfrm>
              <a:off x="3560752" y="1919672"/>
              <a:ext cx="709175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M (16.52%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991DBF7-51BE-C2BF-A84B-BCD13E699FEF}"/>
                </a:ext>
              </a:extLst>
            </p:cNvPr>
            <p:cNvSpPr/>
            <p:nvPr/>
          </p:nvSpPr>
          <p:spPr>
            <a:xfrm>
              <a:off x="4351101" y="1467203"/>
              <a:ext cx="278800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2.38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96B1D50-B8AB-1AE3-F1EC-0016DC8A56E5}"/>
                </a:ext>
              </a:extLst>
            </p:cNvPr>
            <p:cNvSpPr/>
            <p:nvPr/>
          </p:nvSpPr>
          <p:spPr>
            <a:xfrm>
              <a:off x="4560725" y="1467203"/>
              <a:ext cx="627227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M (2.01%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124BDC4-7435-F5E9-7252-274C2DDDF64E}"/>
                </a:ext>
              </a:extLst>
            </p:cNvPr>
            <p:cNvSpPr/>
            <p:nvPr/>
          </p:nvSpPr>
          <p:spPr>
            <a:xfrm>
              <a:off x="5032324" y="1467203"/>
              <a:ext cx="45873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951302D-37DD-C574-6785-807EFFE11D70}"/>
                </a:ext>
              </a:extLst>
            </p:cNvPr>
            <p:cNvSpPr/>
            <p:nvPr/>
          </p:nvSpPr>
          <p:spPr>
            <a:xfrm>
              <a:off x="8239124" y="2650763"/>
              <a:ext cx="704493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b="1" kern="100" dirty="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Segment</a:t>
              </a: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6" name="Shape 178">
              <a:extLst>
                <a:ext uri="{FF2B5EF4-FFF2-40B4-BE49-F238E27FC236}">
                  <a16:creationId xmlns:a16="http://schemas.microsoft.com/office/drawing/2014/main" id="{B0A12983-AF4F-FE56-09F6-4590FB971374}"/>
                </a:ext>
              </a:extLst>
            </p:cNvPr>
            <p:cNvSpPr/>
            <p:nvPr/>
          </p:nvSpPr>
          <p:spPr>
            <a:xfrm>
              <a:off x="8249284" y="2849625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47625" y="0"/>
                  </a:moveTo>
                  <a:cubicBezTo>
                    <a:pt x="53940" y="0"/>
                    <a:pt x="60016" y="1208"/>
                    <a:pt x="65850" y="3625"/>
                  </a:cubicBezTo>
                  <a:cubicBezTo>
                    <a:pt x="71685" y="6042"/>
                    <a:pt x="76836" y="9483"/>
                    <a:pt x="81301" y="13949"/>
                  </a:cubicBezTo>
                  <a:cubicBezTo>
                    <a:pt x="85767" y="18415"/>
                    <a:pt x="89208" y="23565"/>
                    <a:pt x="91625" y="29400"/>
                  </a:cubicBezTo>
                  <a:cubicBezTo>
                    <a:pt x="94042" y="35234"/>
                    <a:pt x="95250" y="41309"/>
                    <a:pt x="95250" y="47625"/>
                  </a:cubicBezTo>
                  <a:cubicBezTo>
                    <a:pt x="95250" y="53941"/>
                    <a:pt x="94042" y="60016"/>
                    <a:pt x="91625" y="65850"/>
                  </a:cubicBezTo>
                  <a:cubicBezTo>
                    <a:pt x="89208" y="71685"/>
                    <a:pt x="85767" y="76835"/>
                    <a:pt x="81301" y="81301"/>
                  </a:cubicBezTo>
                  <a:cubicBezTo>
                    <a:pt x="76836" y="85767"/>
                    <a:pt x="71685" y="89208"/>
                    <a:pt x="65850" y="91625"/>
                  </a:cubicBezTo>
                  <a:cubicBezTo>
                    <a:pt x="60016" y="94042"/>
                    <a:pt x="53940" y="95250"/>
                    <a:pt x="47625" y="95250"/>
                  </a:cubicBezTo>
                  <a:cubicBezTo>
                    <a:pt x="41310" y="95250"/>
                    <a:pt x="35234" y="94042"/>
                    <a:pt x="29400" y="91625"/>
                  </a:cubicBezTo>
                  <a:cubicBezTo>
                    <a:pt x="23565" y="89208"/>
                    <a:pt x="18414" y="85767"/>
                    <a:pt x="13949" y="81301"/>
                  </a:cubicBezTo>
                  <a:cubicBezTo>
                    <a:pt x="9483" y="76835"/>
                    <a:pt x="6042" y="71685"/>
                    <a:pt x="3625" y="65850"/>
                  </a:cubicBezTo>
                  <a:cubicBezTo>
                    <a:pt x="1208" y="60016"/>
                    <a:pt x="0" y="53941"/>
                    <a:pt x="0" y="47625"/>
                  </a:cubicBezTo>
                  <a:cubicBezTo>
                    <a:pt x="0" y="41309"/>
                    <a:pt x="1208" y="35234"/>
                    <a:pt x="3625" y="29400"/>
                  </a:cubicBezTo>
                  <a:cubicBezTo>
                    <a:pt x="6042" y="23565"/>
                    <a:pt x="9483" y="18415"/>
                    <a:pt x="13949" y="13949"/>
                  </a:cubicBezTo>
                  <a:cubicBezTo>
                    <a:pt x="18414" y="9483"/>
                    <a:pt x="23565" y="6042"/>
                    <a:pt x="29400" y="3625"/>
                  </a:cubicBezTo>
                  <a:cubicBezTo>
                    <a:pt x="35234" y="1208"/>
                    <a:pt x="41310" y="0"/>
                    <a:pt x="47625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9A33A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7B3A2E4-9402-A42A-2897-CEFE61C055FE}"/>
                </a:ext>
              </a:extLst>
            </p:cNvPr>
            <p:cNvSpPr/>
            <p:nvPr/>
          </p:nvSpPr>
          <p:spPr>
            <a:xfrm>
              <a:off x="8364140" y="2850788"/>
              <a:ext cx="924815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Government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8" name="Shape 180">
              <a:extLst>
                <a:ext uri="{FF2B5EF4-FFF2-40B4-BE49-F238E27FC236}">
                  <a16:creationId xmlns:a16="http://schemas.microsoft.com/office/drawing/2014/main" id="{E78033B2-0DF7-EB69-EB83-D0C400D436B6}"/>
                </a:ext>
              </a:extLst>
            </p:cNvPr>
            <p:cNvSpPr/>
            <p:nvPr/>
          </p:nvSpPr>
          <p:spPr>
            <a:xfrm>
              <a:off x="8249284" y="3097275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47625" y="0"/>
                  </a:moveTo>
                  <a:cubicBezTo>
                    <a:pt x="53940" y="0"/>
                    <a:pt x="60016" y="1208"/>
                    <a:pt x="65850" y="3625"/>
                  </a:cubicBezTo>
                  <a:cubicBezTo>
                    <a:pt x="71685" y="6042"/>
                    <a:pt x="76836" y="9484"/>
                    <a:pt x="81301" y="13949"/>
                  </a:cubicBezTo>
                  <a:cubicBezTo>
                    <a:pt x="85767" y="18415"/>
                    <a:pt x="89208" y="23565"/>
                    <a:pt x="91625" y="29400"/>
                  </a:cubicBezTo>
                  <a:cubicBezTo>
                    <a:pt x="94042" y="35234"/>
                    <a:pt x="95250" y="41309"/>
                    <a:pt x="95250" y="47625"/>
                  </a:cubicBezTo>
                  <a:cubicBezTo>
                    <a:pt x="95250" y="53941"/>
                    <a:pt x="94042" y="60016"/>
                    <a:pt x="91625" y="65850"/>
                  </a:cubicBezTo>
                  <a:cubicBezTo>
                    <a:pt x="89208" y="71685"/>
                    <a:pt x="85767" y="76835"/>
                    <a:pt x="81301" y="81301"/>
                  </a:cubicBezTo>
                  <a:cubicBezTo>
                    <a:pt x="76836" y="85766"/>
                    <a:pt x="71685" y="89208"/>
                    <a:pt x="65850" y="91625"/>
                  </a:cubicBezTo>
                  <a:cubicBezTo>
                    <a:pt x="60016" y="94042"/>
                    <a:pt x="53940" y="95250"/>
                    <a:pt x="47625" y="95250"/>
                  </a:cubicBezTo>
                  <a:cubicBezTo>
                    <a:pt x="41310" y="95250"/>
                    <a:pt x="35234" y="94042"/>
                    <a:pt x="29400" y="91625"/>
                  </a:cubicBezTo>
                  <a:cubicBezTo>
                    <a:pt x="23565" y="89208"/>
                    <a:pt x="18414" y="85766"/>
                    <a:pt x="13949" y="81301"/>
                  </a:cubicBezTo>
                  <a:cubicBezTo>
                    <a:pt x="9483" y="76835"/>
                    <a:pt x="6042" y="71685"/>
                    <a:pt x="3625" y="65850"/>
                  </a:cubicBezTo>
                  <a:cubicBezTo>
                    <a:pt x="1208" y="60016"/>
                    <a:pt x="0" y="53941"/>
                    <a:pt x="0" y="47625"/>
                  </a:cubicBezTo>
                  <a:cubicBezTo>
                    <a:pt x="0" y="41309"/>
                    <a:pt x="1208" y="35234"/>
                    <a:pt x="3625" y="29400"/>
                  </a:cubicBezTo>
                  <a:cubicBezTo>
                    <a:pt x="6042" y="23565"/>
                    <a:pt x="9483" y="18415"/>
                    <a:pt x="13949" y="13949"/>
                  </a:cubicBezTo>
                  <a:cubicBezTo>
                    <a:pt x="18414" y="9484"/>
                    <a:pt x="23565" y="6042"/>
                    <a:pt x="29400" y="3625"/>
                  </a:cubicBezTo>
                  <a:cubicBezTo>
                    <a:pt x="35234" y="1208"/>
                    <a:pt x="41310" y="0"/>
                    <a:pt x="47625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D386D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32884C3-C026-71B2-6025-3AF7A7D8DD5F}"/>
                </a:ext>
              </a:extLst>
            </p:cNvPr>
            <p:cNvSpPr/>
            <p:nvPr/>
          </p:nvSpPr>
          <p:spPr>
            <a:xfrm>
              <a:off x="8364140" y="3098438"/>
              <a:ext cx="1081230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Small Business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0" name="Shape 182">
              <a:extLst>
                <a:ext uri="{FF2B5EF4-FFF2-40B4-BE49-F238E27FC236}">
                  <a16:creationId xmlns:a16="http://schemas.microsoft.com/office/drawing/2014/main" id="{635D606F-C8CE-E85F-5DF6-8A624D553089}"/>
                </a:ext>
              </a:extLst>
            </p:cNvPr>
            <p:cNvSpPr/>
            <p:nvPr/>
          </p:nvSpPr>
          <p:spPr>
            <a:xfrm>
              <a:off x="8249284" y="3335400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47625" y="0"/>
                  </a:moveTo>
                  <a:cubicBezTo>
                    <a:pt x="53940" y="0"/>
                    <a:pt x="60016" y="1208"/>
                    <a:pt x="65850" y="3625"/>
                  </a:cubicBezTo>
                  <a:cubicBezTo>
                    <a:pt x="71685" y="6042"/>
                    <a:pt x="76836" y="9484"/>
                    <a:pt x="81301" y="13949"/>
                  </a:cubicBezTo>
                  <a:cubicBezTo>
                    <a:pt x="85767" y="18415"/>
                    <a:pt x="89208" y="23565"/>
                    <a:pt x="91625" y="29400"/>
                  </a:cubicBezTo>
                  <a:cubicBezTo>
                    <a:pt x="94042" y="35234"/>
                    <a:pt x="95250" y="41309"/>
                    <a:pt x="95250" y="47625"/>
                  </a:cubicBezTo>
                  <a:cubicBezTo>
                    <a:pt x="95250" y="53941"/>
                    <a:pt x="94042" y="60016"/>
                    <a:pt x="91625" y="65850"/>
                  </a:cubicBezTo>
                  <a:cubicBezTo>
                    <a:pt x="89208" y="71685"/>
                    <a:pt x="85767" y="76835"/>
                    <a:pt x="81301" y="81301"/>
                  </a:cubicBezTo>
                  <a:cubicBezTo>
                    <a:pt x="76836" y="85766"/>
                    <a:pt x="71685" y="89208"/>
                    <a:pt x="65850" y="91625"/>
                  </a:cubicBezTo>
                  <a:cubicBezTo>
                    <a:pt x="60016" y="94042"/>
                    <a:pt x="53940" y="95250"/>
                    <a:pt x="47625" y="95250"/>
                  </a:cubicBezTo>
                  <a:cubicBezTo>
                    <a:pt x="41310" y="95250"/>
                    <a:pt x="35234" y="94042"/>
                    <a:pt x="29400" y="91625"/>
                  </a:cubicBezTo>
                  <a:cubicBezTo>
                    <a:pt x="23565" y="89208"/>
                    <a:pt x="18414" y="85766"/>
                    <a:pt x="13949" y="81301"/>
                  </a:cubicBezTo>
                  <a:cubicBezTo>
                    <a:pt x="9483" y="76835"/>
                    <a:pt x="6042" y="71685"/>
                    <a:pt x="3625" y="65850"/>
                  </a:cubicBezTo>
                  <a:cubicBezTo>
                    <a:pt x="1208" y="60016"/>
                    <a:pt x="0" y="53941"/>
                    <a:pt x="0" y="47625"/>
                  </a:cubicBezTo>
                  <a:cubicBezTo>
                    <a:pt x="0" y="41309"/>
                    <a:pt x="1208" y="35234"/>
                    <a:pt x="3625" y="29400"/>
                  </a:cubicBezTo>
                  <a:cubicBezTo>
                    <a:pt x="6042" y="23565"/>
                    <a:pt x="9483" y="18415"/>
                    <a:pt x="13949" y="13949"/>
                  </a:cubicBezTo>
                  <a:cubicBezTo>
                    <a:pt x="18414" y="9484"/>
                    <a:pt x="23565" y="6042"/>
                    <a:pt x="29400" y="3625"/>
                  </a:cubicBezTo>
                  <a:cubicBezTo>
                    <a:pt x="35234" y="1208"/>
                    <a:pt x="41310" y="0"/>
                    <a:pt x="47625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D8F21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57153EF-81A5-2679-1D15-E75FBA5CB691}"/>
                </a:ext>
              </a:extLst>
            </p:cNvPr>
            <p:cNvSpPr/>
            <p:nvPr/>
          </p:nvSpPr>
          <p:spPr>
            <a:xfrm>
              <a:off x="8364140" y="3336563"/>
              <a:ext cx="744073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Enterprise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2" name="Shape 184">
              <a:extLst>
                <a:ext uri="{FF2B5EF4-FFF2-40B4-BE49-F238E27FC236}">
                  <a16:creationId xmlns:a16="http://schemas.microsoft.com/office/drawing/2014/main" id="{5108839C-37C5-3B78-28EA-7D8D3DEAA6C0}"/>
                </a:ext>
              </a:extLst>
            </p:cNvPr>
            <p:cNvSpPr/>
            <p:nvPr/>
          </p:nvSpPr>
          <p:spPr>
            <a:xfrm>
              <a:off x="8249284" y="3573525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47625" y="0"/>
                  </a:moveTo>
                  <a:cubicBezTo>
                    <a:pt x="53940" y="0"/>
                    <a:pt x="60016" y="1208"/>
                    <a:pt x="65850" y="3625"/>
                  </a:cubicBezTo>
                  <a:cubicBezTo>
                    <a:pt x="71685" y="6042"/>
                    <a:pt x="76836" y="9484"/>
                    <a:pt x="81301" y="13949"/>
                  </a:cubicBezTo>
                  <a:cubicBezTo>
                    <a:pt x="85767" y="18415"/>
                    <a:pt x="89208" y="23565"/>
                    <a:pt x="91625" y="29400"/>
                  </a:cubicBezTo>
                  <a:cubicBezTo>
                    <a:pt x="94042" y="35234"/>
                    <a:pt x="95250" y="41309"/>
                    <a:pt x="95250" y="47625"/>
                  </a:cubicBezTo>
                  <a:cubicBezTo>
                    <a:pt x="95250" y="53941"/>
                    <a:pt x="94042" y="60016"/>
                    <a:pt x="91625" y="65850"/>
                  </a:cubicBezTo>
                  <a:cubicBezTo>
                    <a:pt x="89208" y="71685"/>
                    <a:pt x="85767" y="76835"/>
                    <a:pt x="81301" y="81301"/>
                  </a:cubicBezTo>
                  <a:cubicBezTo>
                    <a:pt x="76836" y="85766"/>
                    <a:pt x="71685" y="89208"/>
                    <a:pt x="65850" y="91625"/>
                  </a:cubicBezTo>
                  <a:cubicBezTo>
                    <a:pt x="60016" y="94042"/>
                    <a:pt x="53940" y="95250"/>
                    <a:pt x="47625" y="95250"/>
                  </a:cubicBezTo>
                  <a:cubicBezTo>
                    <a:pt x="41310" y="95250"/>
                    <a:pt x="35234" y="94042"/>
                    <a:pt x="29400" y="91625"/>
                  </a:cubicBezTo>
                  <a:cubicBezTo>
                    <a:pt x="23565" y="89208"/>
                    <a:pt x="18414" y="85766"/>
                    <a:pt x="13949" y="81301"/>
                  </a:cubicBezTo>
                  <a:cubicBezTo>
                    <a:pt x="9483" y="76835"/>
                    <a:pt x="6042" y="71685"/>
                    <a:pt x="3625" y="65850"/>
                  </a:cubicBezTo>
                  <a:cubicBezTo>
                    <a:pt x="1208" y="60016"/>
                    <a:pt x="0" y="53941"/>
                    <a:pt x="0" y="47625"/>
                  </a:cubicBezTo>
                  <a:cubicBezTo>
                    <a:pt x="0" y="41309"/>
                    <a:pt x="1208" y="35234"/>
                    <a:pt x="3625" y="29400"/>
                  </a:cubicBezTo>
                  <a:cubicBezTo>
                    <a:pt x="6042" y="23565"/>
                    <a:pt x="9483" y="18415"/>
                    <a:pt x="13949" y="13949"/>
                  </a:cubicBezTo>
                  <a:cubicBezTo>
                    <a:pt x="18414" y="9484"/>
                    <a:pt x="23565" y="6042"/>
                    <a:pt x="29400" y="3625"/>
                  </a:cubicBezTo>
                  <a:cubicBezTo>
                    <a:pt x="35234" y="1208"/>
                    <a:pt x="41310" y="0"/>
                    <a:pt x="47625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7B1C2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D4AF6DC-A83B-0EBE-69D1-E98BB0934BA2}"/>
                </a:ext>
              </a:extLst>
            </p:cNvPr>
            <p:cNvSpPr/>
            <p:nvPr/>
          </p:nvSpPr>
          <p:spPr>
            <a:xfrm>
              <a:off x="8364140" y="3574688"/>
              <a:ext cx="811522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Midmarket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4" name="Shape 186">
              <a:extLst>
                <a:ext uri="{FF2B5EF4-FFF2-40B4-BE49-F238E27FC236}">
                  <a16:creationId xmlns:a16="http://schemas.microsoft.com/office/drawing/2014/main" id="{31795C9E-336C-AAEE-C4F7-7A7A856DB83F}"/>
                </a:ext>
              </a:extLst>
            </p:cNvPr>
            <p:cNvSpPr/>
            <p:nvPr/>
          </p:nvSpPr>
          <p:spPr>
            <a:xfrm>
              <a:off x="8249284" y="3811650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47625" y="0"/>
                  </a:moveTo>
                  <a:cubicBezTo>
                    <a:pt x="53940" y="0"/>
                    <a:pt x="60016" y="1208"/>
                    <a:pt x="65850" y="3625"/>
                  </a:cubicBezTo>
                  <a:cubicBezTo>
                    <a:pt x="71685" y="6042"/>
                    <a:pt x="76836" y="9484"/>
                    <a:pt x="81301" y="13949"/>
                  </a:cubicBezTo>
                  <a:cubicBezTo>
                    <a:pt x="85767" y="18415"/>
                    <a:pt x="89208" y="23565"/>
                    <a:pt x="91625" y="29400"/>
                  </a:cubicBezTo>
                  <a:cubicBezTo>
                    <a:pt x="94042" y="35234"/>
                    <a:pt x="95250" y="41309"/>
                    <a:pt x="95250" y="47625"/>
                  </a:cubicBezTo>
                  <a:cubicBezTo>
                    <a:pt x="95250" y="53941"/>
                    <a:pt x="94042" y="60016"/>
                    <a:pt x="91625" y="65850"/>
                  </a:cubicBezTo>
                  <a:cubicBezTo>
                    <a:pt x="89208" y="71685"/>
                    <a:pt x="85767" y="76835"/>
                    <a:pt x="81301" y="81301"/>
                  </a:cubicBezTo>
                  <a:cubicBezTo>
                    <a:pt x="76836" y="85766"/>
                    <a:pt x="71685" y="89208"/>
                    <a:pt x="65850" y="91625"/>
                  </a:cubicBezTo>
                  <a:cubicBezTo>
                    <a:pt x="60016" y="94042"/>
                    <a:pt x="53940" y="95250"/>
                    <a:pt x="47625" y="95250"/>
                  </a:cubicBezTo>
                  <a:cubicBezTo>
                    <a:pt x="41310" y="95250"/>
                    <a:pt x="35234" y="94042"/>
                    <a:pt x="29400" y="91625"/>
                  </a:cubicBezTo>
                  <a:cubicBezTo>
                    <a:pt x="23565" y="89208"/>
                    <a:pt x="18414" y="85766"/>
                    <a:pt x="13949" y="81301"/>
                  </a:cubicBezTo>
                  <a:cubicBezTo>
                    <a:pt x="9483" y="76835"/>
                    <a:pt x="6042" y="71685"/>
                    <a:pt x="3625" y="65850"/>
                  </a:cubicBezTo>
                  <a:cubicBezTo>
                    <a:pt x="1208" y="60016"/>
                    <a:pt x="0" y="53941"/>
                    <a:pt x="0" y="47625"/>
                  </a:cubicBezTo>
                  <a:cubicBezTo>
                    <a:pt x="0" y="41309"/>
                    <a:pt x="1208" y="35234"/>
                    <a:pt x="3625" y="29400"/>
                  </a:cubicBezTo>
                  <a:cubicBezTo>
                    <a:pt x="6042" y="23565"/>
                    <a:pt x="9483" y="18415"/>
                    <a:pt x="13949" y="13949"/>
                  </a:cubicBezTo>
                  <a:cubicBezTo>
                    <a:pt x="18414" y="9484"/>
                    <a:pt x="23565" y="6042"/>
                    <a:pt x="29400" y="3625"/>
                  </a:cubicBezTo>
                  <a:cubicBezTo>
                    <a:pt x="35234" y="1208"/>
                    <a:pt x="41310" y="0"/>
                    <a:pt x="47625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C97D2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7F94826-8F6D-CC48-D249-E6174BC0D5A1}"/>
                </a:ext>
              </a:extLst>
            </p:cNvPr>
            <p:cNvSpPr/>
            <p:nvPr/>
          </p:nvSpPr>
          <p:spPr>
            <a:xfrm>
              <a:off x="8364140" y="3822338"/>
              <a:ext cx="1257521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Channel Partners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8879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DA325E-A8C5-E0E5-7F3E-026A47D6E5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99070" y="776748"/>
            <a:ext cx="9065341" cy="514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974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C450F7-9B65-EAF6-538C-651C2772DF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22090" y="816077"/>
            <a:ext cx="8485240" cy="516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013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6E73EDF-62A2-7EDD-BFB7-0D267F483712}"/>
              </a:ext>
            </a:extLst>
          </p:cNvPr>
          <p:cNvGrpSpPr/>
          <p:nvPr/>
        </p:nvGrpSpPr>
        <p:grpSpPr>
          <a:xfrm>
            <a:off x="2646947" y="481263"/>
            <a:ext cx="8117306" cy="5743073"/>
            <a:chOff x="0" y="0"/>
            <a:chExt cx="12192000" cy="6857999"/>
          </a:xfrm>
        </p:grpSpPr>
        <p:sp>
          <p:nvSpPr>
            <p:cNvPr id="3" name="Shape 1736">
              <a:extLst>
                <a:ext uri="{FF2B5EF4-FFF2-40B4-BE49-F238E27FC236}">
                  <a16:creationId xmlns:a16="http://schemas.microsoft.com/office/drawing/2014/main" id="{8FA11B64-CF06-C397-B0E6-3C03F4675CE2}"/>
                </a:ext>
              </a:extLst>
            </p:cNvPr>
            <p:cNvSpPr/>
            <p:nvPr/>
          </p:nvSpPr>
          <p:spPr>
            <a:xfrm>
              <a:off x="0" y="320039"/>
              <a:ext cx="6096000" cy="1222248"/>
            </a:xfrm>
            <a:custGeom>
              <a:avLst/>
              <a:gdLst/>
              <a:ahLst/>
              <a:cxnLst/>
              <a:rect l="0" t="0" r="0" b="0"/>
              <a:pathLst>
                <a:path w="6096000" h="1222248">
                  <a:moveTo>
                    <a:pt x="0" y="0"/>
                  </a:moveTo>
                  <a:lnTo>
                    <a:pt x="6096000" y="0"/>
                  </a:lnTo>
                  <a:lnTo>
                    <a:pt x="6096000" y="13335"/>
                  </a:lnTo>
                  <a:lnTo>
                    <a:pt x="9525" y="13335"/>
                  </a:lnTo>
                  <a:lnTo>
                    <a:pt x="9525" y="1203960"/>
                  </a:lnTo>
                  <a:lnTo>
                    <a:pt x="6096000" y="1203960"/>
                  </a:lnTo>
                  <a:lnTo>
                    <a:pt x="6096000" y="1222248"/>
                  </a:lnTo>
                  <a:lnTo>
                    <a:pt x="0" y="1222248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098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" name="Shape 1737">
              <a:extLst>
                <a:ext uri="{FF2B5EF4-FFF2-40B4-BE49-F238E27FC236}">
                  <a16:creationId xmlns:a16="http://schemas.microsoft.com/office/drawing/2014/main" id="{D8736F35-F3CD-6BA0-B1C9-4AD3006295BA}"/>
                </a:ext>
              </a:extLst>
            </p:cNvPr>
            <p:cNvSpPr/>
            <p:nvPr/>
          </p:nvSpPr>
          <p:spPr>
            <a:xfrm>
              <a:off x="6096000" y="320039"/>
              <a:ext cx="6096000" cy="1222248"/>
            </a:xfrm>
            <a:custGeom>
              <a:avLst/>
              <a:gdLst/>
              <a:ahLst/>
              <a:cxnLst/>
              <a:rect l="0" t="0" r="0" b="0"/>
              <a:pathLst>
                <a:path w="6096000" h="1222248">
                  <a:moveTo>
                    <a:pt x="0" y="0"/>
                  </a:moveTo>
                  <a:lnTo>
                    <a:pt x="6096000" y="0"/>
                  </a:lnTo>
                  <a:lnTo>
                    <a:pt x="6096000" y="1222248"/>
                  </a:lnTo>
                  <a:lnTo>
                    <a:pt x="0" y="1222248"/>
                  </a:lnTo>
                  <a:lnTo>
                    <a:pt x="0" y="1203960"/>
                  </a:lnTo>
                  <a:lnTo>
                    <a:pt x="6086475" y="1203960"/>
                  </a:lnTo>
                  <a:lnTo>
                    <a:pt x="6086475" y="13335"/>
                  </a:lnTo>
                  <a:lnTo>
                    <a:pt x="0" y="13335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098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Shape 1738">
              <a:extLst>
                <a:ext uri="{FF2B5EF4-FFF2-40B4-BE49-F238E27FC236}">
                  <a16:creationId xmlns:a16="http://schemas.microsoft.com/office/drawing/2014/main" id="{C1BA6233-21F7-D75B-AFC3-1709861E6C48}"/>
                </a:ext>
              </a:extLst>
            </p:cNvPr>
            <p:cNvSpPr/>
            <p:nvPr/>
          </p:nvSpPr>
          <p:spPr>
            <a:xfrm>
              <a:off x="0" y="329183"/>
              <a:ext cx="6096000" cy="1267968"/>
            </a:xfrm>
            <a:custGeom>
              <a:avLst/>
              <a:gdLst/>
              <a:ahLst/>
              <a:cxnLst/>
              <a:rect l="0" t="0" r="0" b="0"/>
              <a:pathLst>
                <a:path w="6096000" h="1267968">
                  <a:moveTo>
                    <a:pt x="0" y="0"/>
                  </a:moveTo>
                  <a:lnTo>
                    <a:pt x="6096000" y="0"/>
                  </a:lnTo>
                  <a:lnTo>
                    <a:pt x="6096000" y="4191"/>
                  </a:lnTo>
                  <a:lnTo>
                    <a:pt x="9525" y="4191"/>
                  </a:lnTo>
                  <a:lnTo>
                    <a:pt x="9525" y="1194816"/>
                  </a:lnTo>
                  <a:lnTo>
                    <a:pt x="6096000" y="1194816"/>
                  </a:lnTo>
                  <a:lnTo>
                    <a:pt x="6096000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294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Shape 1739">
              <a:extLst>
                <a:ext uri="{FF2B5EF4-FFF2-40B4-BE49-F238E27FC236}">
                  <a16:creationId xmlns:a16="http://schemas.microsoft.com/office/drawing/2014/main" id="{78037987-BA23-90FA-5649-FC9DDED1987D}"/>
                </a:ext>
              </a:extLst>
            </p:cNvPr>
            <p:cNvSpPr/>
            <p:nvPr/>
          </p:nvSpPr>
          <p:spPr>
            <a:xfrm>
              <a:off x="6096000" y="329183"/>
              <a:ext cx="6096000" cy="1267968"/>
            </a:xfrm>
            <a:custGeom>
              <a:avLst/>
              <a:gdLst/>
              <a:ahLst/>
              <a:cxnLst/>
              <a:rect l="0" t="0" r="0" b="0"/>
              <a:pathLst>
                <a:path w="6096000" h="1267968">
                  <a:moveTo>
                    <a:pt x="0" y="0"/>
                  </a:moveTo>
                  <a:lnTo>
                    <a:pt x="6096000" y="0"/>
                  </a:lnTo>
                  <a:lnTo>
                    <a:pt x="6096000" y="1267968"/>
                  </a:lnTo>
                  <a:lnTo>
                    <a:pt x="0" y="1267968"/>
                  </a:lnTo>
                  <a:lnTo>
                    <a:pt x="0" y="1194816"/>
                  </a:lnTo>
                  <a:lnTo>
                    <a:pt x="6086475" y="1194816"/>
                  </a:lnTo>
                  <a:lnTo>
                    <a:pt x="6086475" y="4191"/>
                  </a:lnTo>
                  <a:lnTo>
                    <a:pt x="0" y="4191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294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Shape 17480">
              <a:extLst>
                <a:ext uri="{FF2B5EF4-FFF2-40B4-BE49-F238E27FC236}">
                  <a16:creationId xmlns:a16="http://schemas.microsoft.com/office/drawing/2014/main" id="{0D463BD2-E1D7-987D-A1A7-CDA3BA3E9875}"/>
                </a:ext>
              </a:extLst>
            </p:cNvPr>
            <p:cNvSpPr/>
            <p:nvPr/>
          </p:nvSpPr>
          <p:spPr>
            <a:xfrm>
              <a:off x="0" y="323849"/>
              <a:ext cx="12191999" cy="1209675"/>
            </a:xfrm>
            <a:custGeom>
              <a:avLst/>
              <a:gdLst/>
              <a:ahLst/>
              <a:cxnLst/>
              <a:rect l="0" t="0" r="0" b="0"/>
              <a:pathLst>
                <a:path w="12191999" h="1209675">
                  <a:moveTo>
                    <a:pt x="0" y="0"/>
                  </a:moveTo>
                  <a:lnTo>
                    <a:pt x="12191999" y="0"/>
                  </a:lnTo>
                  <a:lnTo>
                    <a:pt x="12191999" y="1209675"/>
                  </a:lnTo>
                  <a:lnTo>
                    <a:pt x="0" y="120967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3F2F1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323E7A-1F89-1745-8D01-59549DE50A61}"/>
                </a:ext>
              </a:extLst>
            </p:cNvPr>
            <p:cNvSpPr/>
            <p:nvPr/>
          </p:nvSpPr>
          <p:spPr>
            <a:xfrm>
              <a:off x="5653087" y="126335"/>
              <a:ext cx="1177776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Power BI Desktop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" name="Shape 17481">
              <a:extLst>
                <a:ext uri="{FF2B5EF4-FFF2-40B4-BE49-F238E27FC236}">
                  <a16:creationId xmlns:a16="http://schemas.microsoft.com/office/drawing/2014/main" id="{21A3A78C-18E3-1BEC-DDA5-56A6872A828F}"/>
                </a:ext>
              </a:extLst>
            </p:cNvPr>
            <p:cNvSpPr/>
            <p:nvPr/>
          </p:nvSpPr>
          <p:spPr>
            <a:xfrm>
              <a:off x="0" y="0"/>
              <a:ext cx="12191999" cy="6857999"/>
            </a:xfrm>
            <a:custGeom>
              <a:avLst/>
              <a:gdLst/>
              <a:ahLst/>
              <a:cxnLst/>
              <a:rect l="0" t="0" r="0" b="0"/>
              <a:pathLst>
                <a:path w="12191999" h="6857999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Shape 1745">
              <a:extLst>
                <a:ext uri="{FF2B5EF4-FFF2-40B4-BE49-F238E27FC236}">
                  <a16:creationId xmlns:a16="http://schemas.microsoft.com/office/drawing/2014/main" id="{1185D2CA-0F5A-6500-A314-941A14C226F9}"/>
                </a:ext>
              </a:extLst>
            </p:cNvPr>
            <p:cNvSpPr/>
            <p:nvPr/>
          </p:nvSpPr>
          <p:spPr>
            <a:xfrm>
              <a:off x="1575816" y="746759"/>
              <a:ext cx="4296346" cy="5242559"/>
            </a:xfrm>
            <a:custGeom>
              <a:avLst/>
              <a:gdLst/>
              <a:ahLst/>
              <a:cxnLst/>
              <a:rect l="0" t="0" r="0" b="0"/>
              <a:pathLst>
                <a:path w="4296346" h="5242559">
                  <a:moveTo>
                    <a:pt x="0" y="0"/>
                  </a:moveTo>
                  <a:lnTo>
                    <a:pt x="4296346" y="0"/>
                  </a:lnTo>
                  <a:lnTo>
                    <a:pt x="4296346" y="100965"/>
                  </a:lnTo>
                  <a:lnTo>
                    <a:pt x="100584" y="100965"/>
                  </a:lnTo>
                  <a:lnTo>
                    <a:pt x="100584" y="5006339"/>
                  </a:lnTo>
                  <a:lnTo>
                    <a:pt x="4296346" y="5006339"/>
                  </a:lnTo>
                  <a:lnTo>
                    <a:pt x="4296346" y="5242559"/>
                  </a:lnTo>
                  <a:lnTo>
                    <a:pt x="0" y="5242559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Shape 1746">
              <a:extLst>
                <a:ext uri="{FF2B5EF4-FFF2-40B4-BE49-F238E27FC236}">
                  <a16:creationId xmlns:a16="http://schemas.microsoft.com/office/drawing/2014/main" id="{F50C17CE-5CCF-0162-6FE1-EC1EE1A42D8A}"/>
                </a:ext>
              </a:extLst>
            </p:cNvPr>
            <p:cNvSpPr/>
            <p:nvPr/>
          </p:nvSpPr>
          <p:spPr>
            <a:xfrm>
              <a:off x="5872161" y="746759"/>
              <a:ext cx="4433124" cy="5242559"/>
            </a:xfrm>
            <a:custGeom>
              <a:avLst/>
              <a:gdLst/>
              <a:ahLst/>
              <a:cxnLst/>
              <a:rect l="0" t="0" r="0" b="0"/>
              <a:pathLst>
                <a:path w="4433124" h="5242559">
                  <a:moveTo>
                    <a:pt x="0" y="0"/>
                  </a:moveTo>
                  <a:lnTo>
                    <a:pt x="4433124" y="0"/>
                  </a:lnTo>
                  <a:lnTo>
                    <a:pt x="4433124" y="5242559"/>
                  </a:lnTo>
                  <a:lnTo>
                    <a:pt x="0" y="5242559"/>
                  </a:lnTo>
                  <a:lnTo>
                    <a:pt x="0" y="5006339"/>
                  </a:lnTo>
                  <a:lnTo>
                    <a:pt x="4195762" y="5006339"/>
                  </a:lnTo>
                  <a:lnTo>
                    <a:pt x="4195762" y="100965"/>
                  </a:lnTo>
                  <a:lnTo>
                    <a:pt x="0" y="100965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Shape 17482">
              <a:extLst>
                <a:ext uri="{FF2B5EF4-FFF2-40B4-BE49-F238E27FC236}">
                  <a16:creationId xmlns:a16="http://schemas.microsoft.com/office/drawing/2014/main" id="{2F97F0F0-4DAE-140D-F61B-B52F34C06C8A}"/>
                </a:ext>
              </a:extLst>
            </p:cNvPr>
            <p:cNvSpPr/>
            <p:nvPr/>
          </p:nvSpPr>
          <p:spPr>
            <a:xfrm>
              <a:off x="1666875" y="838199"/>
              <a:ext cx="8410574" cy="4924425"/>
            </a:xfrm>
            <a:custGeom>
              <a:avLst/>
              <a:gdLst/>
              <a:ahLst/>
              <a:cxnLst/>
              <a:rect l="0" t="0" r="0" b="0"/>
              <a:pathLst>
                <a:path w="8410574" h="4924425">
                  <a:moveTo>
                    <a:pt x="0" y="0"/>
                  </a:moveTo>
                  <a:lnTo>
                    <a:pt x="8410574" y="0"/>
                  </a:lnTo>
                  <a:lnTo>
                    <a:pt x="8410574" y="4924425"/>
                  </a:lnTo>
                  <a:lnTo>
                    <a:pt x="0" y="492442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D4E420-FB60-5D57-A2FC-AE73AB54D28E}"/>
                </a:ext>
              </a:extLst>
            </p:cNvPr>
            <p:cNvSpPr/>
            <p:nvPr/>
          </p:nvSpPr>
          <p:spPr>
            <a:xfrm>
              <a:off x="4706094" y="866568"/>
              <a:ext cx="578592" cy="21156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Show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749AD6B-DC3C-23C5-93EA-CAF510B2F8F2}"/>
                </a:ext>
              </a:extLst>
            </p:cNvPr>
            <p:cNvSpPr/>
            <p:nvPr/>
          </p:nvSpPr>
          <p:spPr>
            <a:xfrm>
              <a:off x="5141149" y="866568"/>
              <a:ext cx="2522882" cy="21156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Country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wise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Performance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5" name="Shape 17492">
              <a:extLst>
                <a:ext uri="{FF2B5EF4-FFF2-40B4-BE49-F238E27FC236}">
                  <a16:creationId xmlns:a16="http://schemas.microsoft.com/office/drawing/2014/main" id="{E622B0BC-CB12-8DA4-2197-4BCA3F408D82}"/>
                </a:ext>
              </a:extLst>
            </p:cNvPr>
            <p:cNvSpPr/>
            <p:nvPr/>
          </p:nvSpPr>
          <p:spPr>
            <a:xfrm>
              <a:off x="1714500" y="1066800"/>
              <a:ext cx="3496108" cy="2330719"/>
            </a:xfrm>
            <a:custGeom>
              <a:avLst/>
              <a:gdLst/>
              <a:ahLst/>
              <a:cxnLst/>
              <a:rect l="0" t="0" r="0" b="0"/>
              <a:pathLst>
                <a:path w="3496108" h="2330719">
                  <a:moveTo>
                    <a:pt x="0" y="0"/>
                  </a:moveTo>
                  <a:lnTo>
                    <a:pt x="3496108" y="0"/>
                  </a:lnTo>
                  <a:lnTo>
                    <a:pt x="3496108" y="2330719"/>
                  </a:lnTo>
                  <a:lnTo>
                    <a:pt x="0" y="23307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9A33A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Shape 1750">
              <a:extLst>
                <a:ext uri="{FF2B5EF4-FFF2-40B4-BE49-F238E27FC236}">
                  <a16:creationId xmlns:a16="http://schemas.microsoft.com/office/drawing/2014/main" id="{757DCF13-D08B-0631-79F1-A43E9C42B57C}"/>
                </a:ext>
              </a:extLst>
            </p:cNvPr>
            <p:cNvSpPr/>
            <p:nvPr/>
          </p:nvSpPr>
          <p:spPr>
            <a:xfrm>
              <a:off x="1714500" y="1066799"/>
              <a:ext cx="3496108" cy="2330719"/>
            </a:xfrm>
            <a:custGeom>
              <a:avLst/>
              <a:gdLst/>
              <a:ahLst/>
              <a:cxnLst/>
              <a:rect l="0" t="0" r="0" b="0"/>
              <a:pathLst>
                <a:path w="3496108" h="2330719">
                  <a:moveTo>
                    <a:pt x="0" y="0"/>
                  </a:moveTo>
                  <a:lnTo>
                    <a:pt x="3496108" y="0"/>
                  </a:lnTo>
                  <a:lnTo>
                    <a:pt x="3496108" y="2330719"/>
                  </a:lnTo>
                  <a:lnTo>
                    <a:pt x="0" y="2330719"/>
                  </a:lnTo>
                  <a:close/>
                </a:path>
              </a:pathLst>
            </a:custGeom>
            <a:ln w="14287" cap="flat">
              <a:miter lim="100000"/>
            </a:ln>
          </p:spPr>
          <p:style>
            <a:lnRef idx="1">
              <a:srgbClr val="FFFFFF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Shape 17493">
              <a:extLst>
                <a:ext uri="{FF2B5EF4-FFF2-40B4-BE49-F238E27FC236}">
                  <a16:creationId xmlns:a16="http://schemas.microsoft.com/office/drawing/2014/main" id="{4900D60E-A096-0DDD-F64F-BAB417CAA07D}"/>
                </a:ext>
              </a:extLst>
            </p:cNvPr>
            <p:cNvSpPr/>
            <p:nvPr/>
          </p:nvSpPr>
          <p:spPr>
            <a:xfrm>
              <a:off x="1714500" y="3397519"/>
              <a:ext cx="3496108" cy="2317480"/>
            </a:xfrm>
            <a:custGeom>
              <a:avLst/>
              <a:gdLst/>
              <a:ahLst/>
              <a:cxnLst/>
              <a:rect l="0" t="0" r="0" b="0"/>
              <a:pathLst>
                <a:path w="3496108" h="2317480">
                  <a:moveTo>
                    <a:pt x="0" y="0"/>
                  </a:moveTo>
                  <a:lnTo>
                    <a:pt x="3496108" y="0"/>
                  </a:lnTo>
                  <a:lnTo>
                    <a:pt x="3496108" y="2317480"/>
                  </a:lnTo>
                  <a:lnTo>
                    <a:pt x="0" y="2317480"/>
                  </a:lnTo>
                  <a:lnTo>
                    <a:pt x="0" y="0"/>
                  </a:lnTo>
                </a:path>
              </a:pathLst>
            </a:custGeom>
            <a:ln w="0" cap="flat">
              <a:miter lim="100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D386D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Shape 1752">
              <a:extLst>
                <a:ext uri="{FF2B5EF4-FFF2-40B4-BE49-F238E27FC236}">
                  <a16:creationId xmlns:a16="http://schemas.microsoft.com/office/drawing/2014/main" id="{2100EEDC-072E-8965-5FC0-61A2C28D71A2}"/>
                </a:ext>
              </a:extLst>
            </p:cNvPr>
            <p:cNvSpPr/>
            <p:nvPr/>
          </p:nvSpPr>
          <p:spPr>
            <a:xfrm>
              <a:off x="1714500" y="3397519"/>
              <a:ext cx="3496108" cy="2317480"/>
            </a:xfrm>
            <a:custGeom>
              <a:avLst/>
              <a:gdLst/>
              <a:ahLst/>
              <a:cxnLst/>
              <a:rect l="0" t="0" r="0" b="0"/>
              <a:pathLst>
                <a:path w="3496108" h="2317480">
                  <a:moveTo>
                    <a:pt x="0" y="0"/>
                  </a:moveTo>
                  <a:lnTo>
                    <a:pt x="3496108" y="0"/>
                  </a:lnTo>
                  <a:lnTo>
                    <a:pt x="3496108" y="2317480"/>
                  </a:lnTo>
                  <a:lnTo>
                    <a:pt x="0" y="2317480"/>
                  </a:lnTo>
                  <a:close/>
                </a:path>
              </a:pathLst>
            </a:custGeom>
            <a:ln w="14287" cap="flat">
              <a:miter lim="100000"/>
            </a:ln>
          </p:spPr>
          <p:style>
            <a:lnRef idx="1">
              <a:srgbClr val="FFFFFF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Shape 17494">
              <a:extLst>
                <a:ext uri="{FF2B5EF4-FFF2-40B4-BE49-F238E27FC236}">
                  <a16:creationId xmlns:a16="http://schemas.microsoft.com/office/drawing/2014/main" id="{36C1C3C7-DC9A-FD9D-B15C-3C7347FC5218}"/>
                </a:ext>
              </a:extLst>
            </p:cNvPr>
            <p:cNvSpPr/>
            <p:nvPr/>
          </p:nvSpPr>
          <p:spPr>
            <a:xfrm>
              <a:off x="5210608" y="1066800"/>
              <a:ext cx="3351971" cy="2365319"/>
            </a:xfrm>
            <a:custGeom>
              <a:avLst/>
              <a:gdLst/>
              <a:ahLst/>
              <a:cxnLst/>
              <a:rect l="0" t="0" r="0" b="0"/>
              <a:pathLst>
                <a:path w="3351971" h="2365319">
                  <a:moveTo>
                    <a:pt x="0" y="0"/>
                  </a:moveTo>
                  <a:lnTo>
                    <a:pt x="3351971" y="0"/>
                  </a:lnTo>
                  <a:lnTo>
                    <a:pt x="3351971" y="2365319"/>
                  </a:lnTo>
                  <a:lnTo>
                    <a:pt x="0" y="2365319"/>
                  </a:lnTo>
                  <a:lnTo>
                    <a:pt x="0" y="0"/>
                  </a:lnTo>
                </a:path>
              </a:pathLst>
            </a:custGeom>
            <a:ln w="0" cap="flat">
              <a:miter lim="100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D8F21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Shape 1754">
              <a:extLst>
                <a:ext uri="{FF2B5EF4-FFF2-40B4-BE49-F238E27FC236}">
                  <a16:creationId xmlns:a16="http://schemas.microsoft.com/office/drawing/2014/main" id="{36490BCF-8E23-57F8-9E8B-6BC4D2045D4A}"/>
                </a:ext>
              </a:extLst>
            </p:cNvPr>
            <p:cNvSpPr/>
            <p:nvPr/>
          </p:nvSpPr>
          <p:spPr>
            <a:xfrm>
              <a:off x="5210608" y="1066799"/>
              <a:ext cx="3351971" cy="2365320"/>
            </a:xfrm>
            <a:custGeom>
              <a:avLst/>
              <a:gdLst/>
              <a:ahLst/>
              <a:cxnLst/>
              <a:rect l="0" t="0" r="0" b="0"/>
              <a:pathLst>
                <a:path w="3351971" h="2365320">
                  <a:moveTo>
                    <a:pt x="0" y="0"/>
                  </a:moveTo>
                  <a:lnTo>
                    <a:pt x="3351971" y="0"/>
                  </a:lnTo>
                  <a:lnTo>
                    <a:pt x="3351971" y="2365320"/>
                  </a:lnTo>
                  <a:lnTo>
                    <a:pt x="0" y="2365320"/>
                  </a:lnTo>
                  <a:close/>
                </a:path>
              </a:pathLst>
            </a:custGeom>
            <a:ln w="14287" cap="flat">
              <a:miter lim="100000"/>
            </a:ln>
          </p:spPr>
          <p:style>
            <a:lnRef idx="1">
              <a:srgbClr val="FFFFFF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Shape 17495">
              <a:extLst>
                <a:ext uri="{FF2B5EF4-FFF2-40B4-BE49-F238E27FC236}">
                  <a16:creationId xmlns:a16="http://schemas.microsoft.com/office/drawing/2014/main" id="{F29D6E1F-F514-7814-1119-819AC1933B08}"/>
                </a:ext>
              </a:extLst>
            </p:cNvPr>
            <p:cNvSpPr/>
            <p:nvPr/>
          </p:nvSpPr>
          <p:spPr>
            <a:xfrm>
              <a:off x="5210608" y="3432119"/>
              <a:ext cx="3351971" cy="2282880"/>
            </a:xfrm>
            <a:custGeom>
              <a:avLst/>
              <a:gdLst/>
              <a:ahLst/>
              <a:cxnLst/>
              <a:rect l="0" t="0" r="0" b="0"/>
              <a:pathLst>
                <a:path w="3351971" h="2282880">
                  <a:moveTo>
                    <a:pt x="0" y="0"/>
                  </a:moveTo>
                  <a:lnTo>
                    <a:pt x="3351971" y="0"/>
                  </a:lnTo>
                  <a:lnTo>
                    <a:pt x="3351971" y="2282880"/>
                  </a:lnTo>
                  <a:lnTo>
                    <a:pt x="0" y="2282880"/>
                  </a:lnTo>
                  <a:lnTo>
                    <a:pt x="0" y="0"/>
                  </a:lnTo>
                </a:path>
              </a:pathLst>
            </a:custGeom>
            <a:ln w="0" cap="flat">
              <a:miter lim="100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7B1C2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Shape 1756">
              <a:extLst>
                <a:ext uri="{FF2B5EF4-FFF2-40B4-BE49-F238E27FC236}">
                  <a16:creationId xmlns:a16="http://schemas.microsoft.com/office/drawing/2014/main" id="{C951A209-3CE4-CBC1-9895-12CAEDA3C0B7}"/>
                </a:ext>
              </a:extLst>
            </p:cNvPr>
            <p:cNvSpPr/>
            <p:nvPr/>
          </p:nvSpPr>
          <p:spPr>
            <a:xfrm>
              <a:off x="5210608" y="3432119"/>
              <a:ext cx="3351971" cy="2282880"/>
            </a:xfrm>
            <a:custGeom>
              <a:avLst/>
              <a:gdLst/>
              <a:ahLst/>
              <a:cxnLst/>
              <a:rect l="0" t="0" r="0" b="0"/>
              <a:pathLst>
                <a:path w="3351971" h="2282880">
                  <a:moveTo>
                    <a:pt x="0" y="0"/>
                  </a:moveTo>
                  <a:lnTo>
                    <a:pt x="3351971" y="0"/>
                  </a:lnTo>
                  <a:lnTo>
                    <a:pt x="3351971" y="2282880"/>
                  </a:lnTo>
                  <a:lnTo>
                    <a:pt x="0" y="2282880"/>
                  </a:lnTo>
                  <a:close/>
                </a:path>
              </a:pathLst>
            </a:custGeom>
            <a:ln w="14287" cap="flat">
              <a:miter lim="100000"/>
            </a:ln>
          </p:spPr>
          <p:style>
            <a:lnRef idx="1">
              <a:srgbClr val="FFFFFF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Shape 17496">
              <a:extLst>
                <a:ext uri="{FF2B5EF4-FFF2-40B4-BE49-F238E27FC236}">
                  <a16:creationId xmlns:a16="http://schemas.microsoft.com/office/drawing/2014/main" id="{C478A8D8-9D4E-C8E4-A663-88B824246915}"/>
                </a:ext>
              </a:extLst>
            </p:cNvPr>
            <p:cNvSpPr/>
            <p:nvPr/>
          </p:nvSpPr>
          <p:spPr>
            <a:xfrm>
              <a:off x="8562579" y="1066800"/>
              <a:ext cx="1467245" cy="4648199"/>
            </a:xfrm>
            <a:custGeom>
              <a:avLst/>
              <a:gdLst/>
              <a:ahLst/>
              <a:cxnLst/>
              <a:rect l="0" t="0" r="0" b="0"/>
              <a:pathLst>
                <a:path w="1467245" h="4648199">
                  <a:moveTo>
                    <a:pt x="0" y="0"/>
                  </a:moveTo>
                  <a:lnTo>
                    <a:pt x="1467245" y="0"/>
                  </a:lnTo>
                  <a:lnTo>
                    <a:pt x="1467245" y="4648199"/>
                  </a:lnTo>
                  <a:lnTo>
                    <a:pt x="0" y="4648199"/>
                  </a:lnTo>
                  <a:lnTo>
                    <a:pt x="0" y="0"/>
                  </a:lnTo>
                </a:path>
              </a:pathLst>
            </a:custGeom>
            <a:ln w="0" cap="flat">
              <a:miter lim="100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C97D2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Shape 1758">
              <a:extLst>
                <a:ext uri="{FF2B5EF4-FFF2-40B4-BE49-F238E27FC236}">
                  <a16:creationId xmlns:a16="http://schemas.microsoft.com/office/drawing/2014/main" id="{BA6D0F9B-734D-4C80-FC46-1FC7CF8103AB}"/>
                </a:ext>
              </a:extLst>
            </p:cNvPr>
            <p:cNvSpPr/>
            <p:nvPr/>
          </p:nvSpPr>
          <p:spPr>
            <a:xfrm>
              <a:off x="8562579" y="1066799"/>
              <a:ext cx="1467245" cy="4648200"/>
            </a:xfrm>
            <a:custGeom>
              <a:avLst/>
              <a:gdLst/>
              <a:ahLst/>
              <a:cxnLst/>
              <a:rect l="0" t="0" r="0" b="0"/>
              <a:pathLst>
                <a:path w="1467245" h="4648200">
                  <a:moveTo>
                    <a:pt x="0" y="0"/>
                  </a:moveTo>
                  <a:lnTo>
                    <a:pt x="1467245" y="0"/>
                  </a:lnTo>
                  <a:lnTo>
                    <a:pt x="1467245" y="4648200"/>
                  </a:lnTo>
                  <a:lnTo>
                    <a:pt x="0" y="4648200"/>
                  </a:lnTo>
                  <a:close/>
                </a:path>
              </a:pathLst>
            </a:custGeom>
            <a:ln w="14287" cap="flat">
              <a:miter lim="100000"/>
            </a:ln>
          </p:spPr>
          <p:style>
            <a:lnRef idx="1">
              <a:srgbClr val="FFFFFF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95FCF4-CCD5-5047-317C-62140E63827F}"/>
                </a:ext>
              </a:extLst>
            </p:cNvPr>
            <p:cNvSpPr/>
            <p:nvPr/>
          </p:nvSpPr>
          <p:spPr>
            <a:xfrm>
              <a:off x="1762125" y="1148938"/>
              <a:ext cx="1838826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United States of America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4AB6EE9-5006-A22F-8A4C-7A70DBBE53DA}"/>
                </a:ext>
              </a:extLst>
            </p:cNvPr>
            <p:cNvSpPr/>
            <p:nvPr/>
          </p:nvSpPr>
          <p:spPr>
            <a:xfrm>
              <a:off x="1762125" y="3479587"/>
              <a:ext cx="557313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Canada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86A9187-199D-1AAF-8653-0C21E98405E5}"/>
                </a:ext>
              </a:extLst>
            </p:cNvPr>
            <p:cNvSpPr/>
            <p:nvPr/>
          </p:nvSpPr>
          <p:spPr>
            <a:xfrm>
              <a:off x="5258097" y="1148938"/>
              <a:ext cx="488958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France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5492D03-79AA-9E97-A444-E7E4C45FDA9A}"/>
                </a:ext>
              </a:extLst>
            </p:cNvPr>
            <p:cNvSpPr/>
            <p:nvPr/>
          </p:nvSpPr>
          <p:spPr>
            <a:xfrm>
              <a:off x="5258097" y="3514264"/>
              <a:ext cx="671513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Germany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49B85B4-31C1-C5F3-F06D-ECBF0879E4F5}"/>
                </a:ext>
              </a:extLst>
            </p:cNvPr>
            <p:cNvSpPr/>
            <p:nvPr/>
          </p:nvSpPr>
          <p:spPr>
            <a:xfrm>
              <a:off x="8610153" y="1148938"/>
              <a:ext cx="535298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Mexico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9275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2E14BA-6E72-A5FF-533A-73E1911A9A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06316" y="641684"/>
            <a:ext cx="8742947" cy="545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629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E15957-04DF-8D8C-E17D-EAD9DE51E8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01516" y="352926"/>
            <a:ext cx="9577137" cy="611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4970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32</TotalTime>
  <Words>161</Words>
  <Application>Microsoft Office PowerPoint</Application>
  <PresentationFormat>Widescreen</PresentationFormat>
  <Paragraphs>92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Corbel</vt:lpstr>
      <vt:lpstr>Segoe UI</vt:lpstr>
      <vt:lpstr>Times New Roman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Kranti Waghmare</dc:creator>
  <cp:lastModifiedBy>Madhu Nagare</cp:lastModifiedBy>
  <cp:revision>2</cp:revision>
  <dcterms:created xsi:type="dcterms:W3CDTF">2025-11-19T07:04:56Z</dcterms:created>
  <dcterms:modified xsi:type="dcterms:W3CDTF">2026-07-21T10:32:02Z</dcterms:modified>
</cp:coreProperties>
</file>